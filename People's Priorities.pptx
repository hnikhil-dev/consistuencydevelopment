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6FCC73-9328-4B96-8027-9EA4ECE367D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52B953E-E9A5-4777-B181-4CFA2150246B}">
      <dgm:prSet phldrT="[Text]"/>
      <dgm:spPr/>
      <dgm:t>
        <a:bodyPr/>
        <a:lstStyle/>
        <a:p>
          <a:pPr>
            <a:buNone/>
          </a:pPr>
          <a:r>
            <a:rPr lang="en-IN" dirty="0"/>
            <a:t>Letters, WhatsApp, Voice, Photos, Meetings</a:t>
          </a:r>
        </a:p>
      </dgm:t>
    </dgm:pt>
    <dgm:pt modelId="{029C68F1-9A68-4705-9031-5C51895A22C5}" type="parTrans" cxnId="{5FBC7E0B-1A15-4299-9B1A-3983781D1408}">
      <dgm:prSet/>
      <dgm:spPr/>
      <dgm:t>
        <a:bodyPr/>
        <a:lstStyle/>
        <a:p>
          <a:endParaRPr lang="en-IN"/>
        </a:p>
      </dgm:t>
    </dgm:pt>
    <dgm:pt modelId="{6642C2CB-10D8-4729-BBD6-409B86EDA4B4}" type="sibTrans" cxnId="{5FBC7E0B-1A15-4299-9B1A-3983781D1408}">
      <dgm:prSet/>
      <dgm:spPr/>
      <dgm:t>
        <a:bodyPr/>
        <a:lstStyle/>
        <a:p>
          <a:endParaRPr lang="en-IN"/>
        </a:p>
      </dgm:t>
    </dgm:pt>
    <dgm:pt modelId="{5B850EEC-7003-4D5E-9CF9-AF9E72182D9F}">
      <dgm:prSet phldrT="[Text]"/>
      <dgm:spPr/>
      <dgm:t>
        <a:bodyPr/>
        <a:lstStyle/>
        <a:p>
          <a:pPr>
            <a:buNone/>
          </a:pPr>
          <a:r>
            <a:rPr lang="en-IN" dirty="0"/>
            <a:t>Thousands of Requests</a:t>
          </a:r>
        </a:p>
      </dgm:t>
    </dgm:pt>
    <dgm:pt modelId="{3893B18A-AF03-42E5-A448-61C4FD10773A}" type="parTrans" cxnId="{D18E8C2F-C2EA-4AB8-9430-69332BDA7858}">
      <dgm:prSet/>
      <dgm:spPr/>
      <dgm:t>
        <a:bodyPr/>
        <a:lstStyle/>
        <a:p>
          <a:endParaRPr lang="en-IN"/>
        </a:p>
      </dgm:t>
    </dgm:pt>
    <dgm:pt modelId="{881B0305-8B7E-41D3-B2CF-528E611B9DA8}" type="sibTrans" cxnId="{D18E8C2F-C2EA-4AB8-9430-69332BDA7858}">
      <dgm:prSet/>
      <dgm:spPr/>
      <dgm:t>
        <a:bodyPr/>
        <a:lstStyle/>
        <a:p>
          <a:endParaRPr lang="en-IN"/>
        </a:p>
      </dgm:t>
    </dgm:pt>
    <dgm:pt modelId="{78F4ADD7-213F-4890-98E1-88DB863C1624}">
      <dgm:prSet phldrT="[Text]"/>
      <dgm:spPr/>
      <dgm:t>
        <a:bodyPr/>
        <a:lstStyle/>
        <a:p>
          <a:pPr>
            <a:buNone/>
          </a:pPr>
          <a:r>
            <a:rPr lang="en-IN" dirty="0"/>
            <a:t>Manual Decision</a:t>
          </a:r>
        </a:p>
      </dgm:t>
    </dgm:pt>
    <dgm:pt modelId="{F0CB3509-2E0F-41DB-B225-B1A2D081E2B1}" type="parTrans" cxnId="{88526022-FE40-4E9D-BF5D-48018A24BBBA}">
      <dgm:prSet/>
      <dgm:spPr/>
      <dgm:t>
        <a:bodyPr/>
        <a:lstStyle/>
        <a:p>
          <a:endParaRPr lang="en-IN"/>
        </a:p>
      </dgm:t>
    </dgm:pt>
    <dgm:pt modelId="{8946CFA7-BAE5-45F9-AC3C-765687E72ECE}" type="sibTrans" cxnId="{88526022-FE40-4E9D-BF5D-48018A24BBBA}">
      <dgm:prSet/>
      <dgm:spPr/>
      <dgm:t>
        <a:bodyPr/>
        <a:lstStyle/>
        <a:p>
          <a:endParaRPr lang="en-IN"/>
        </a:p>
      </dgm:t>
    </dgm:pt>
    <dgm:pt modelId="{81C814DB-2710-473E-A901-7A6DD0F80FF5}">
      <dgm:prSet phldrT="[Text]"/>
      <dgm:spPr/>
      <dgm:t>
        <a:bodyPr/>
        <a:lstStyle/>
        <a:p>
          <a:pPr>
            <a:buNone/>
          </a:pPr>
          <a:r>
            <a:rPr lang="en-IN"/>
            <a:t>Slow Biased Difficult</a:t>
          </a:r>
          <a:endParaRPr lang="en-IN" dirty="0"/>
        </a:p>
      </dgm:t>
    </dgm:pt>
    <dgm:pt modelId="{06A5C753-7D30-4B00-9836-80420169D1A1}" type="parTrans" cxnId="{278E8A74-6032-40C1-B019-AE305C465120}">
      <dgm:prSet/>
      <dgm:spPr/>
      <dgm:t>
        <a:bodyPr/>
        <a:lstStyle/>
        <a:p>
          <a:endParaRPr lang="en-IN"/>
        </a:p>
      </dgm:t>
    </dgm:pt>
    <dgm:pt modelId="{F985A5CC-B1D4-4924-BCCC-1845E9E44733}" type="sibTrans" cxnId="{278E8A74-6032-40C1-B019-AE305C465120}">
      <dgm:prSet/>
      <dgm:spPr/>
      <dgm:t>
        <a:bodyPr/>
        <a:lstStyle/>
        <a:p>
          <a:endParaRPr lang="en-IN"/>
        </a:p>
      </dgm:t>
    </dgm:pt>
    <dgm:pt modelId="{212DDEB5-FAAC-4CBD-B8E6-0D6B60FD2F9C}" type="pres">
      <dgm:prSet presAssocID="{5C6FCC73-9328-4B96-8027-9EA4ECE367DB}" presName="Name0" presStyleCnt="0">
        <dgm:presLayoutVars>
          <dgm:dir/>
          <dgm:resizeHandles val="exact"/>
        </dgm:presLayoutVars>
      </dgm:prSet>
      <dgm:spPr/>
    </dgm:pt>
    <dgm:pt modelId="{F1832928-DED8-4FE5-9E8F-924A548365D7}" type="pres">
      <dgm:prSet presAssocID="{B52B953E-E9A5-4777-B181-4CFA2150246B}" presName="node" presStyleLbl="node1" presStyleIdx="0" presStyleCnt="4" custAng="0" custScaleY="99812">
        <dgm:presLayoutVars>
          <dgm:bulletEnabled val="1"/>
        </dgm:presLayoutVars>
      </dgm:prSet>
      <dgm:spPr/>
    </dgm:pt>
    <dgm:pt modelId="{93242016-4E37-46A8-B415-98C25481F67F}" type="pres">
      <dgm:prSet presAssocID="{6642C2CB-10D8-4729-BBD6-409B86EDA4B4}" presName="sibTrans" presStyleLbl="sibTrans2D1" presStyleIdx="0" presStyleCnt="3"/>
      <dgm:spPr/>
    </dgm:pt>
    <dgm:pt modelId="{4BA20398-FA3D-464E-8BE1-2F6E4DF0E2F8}" type="pres">
      <dgm:prSet presAssocID="{6642C2CB-10D8-4729-BBD6-409B86EDA4B4}" presName="connectorText" presStyleLbl="sibTrans2D1" presStyleIdx="0" presStyleCnt="3"/>
      <dgm:spPr/>
    </dgm:pt>
    <dgm:pt modelId="{5025D694-8831-4B6D-8824-C81333E25B90}" type="pres">
      <dgm:prSet presAssocID="{5B850EEC-7003-4D5E-9CF9-AF9E72182D9F}" presName="node" presStyleLbl="node1" presStyleIdx="1" presStyleCnt="4">
        <dgm:presLayoutVars>
          <dgm:bulletEnabled val="1"/>
        </dgm:presLayoutVars>
      </dgm:prSet>
      <dgm:spPr/>
    </dgm:pt>
    <dgm:pt modelId="{EF0842D9-0EC5-480E-B0B5-ECBCBD6277DE}" type="pres">
      <dgm:prSet presAssocID="{881B0305-8B7E-41D3-B2CF-528E611B9DA8}" presName="sibTrans" presStyleLbl="sibTrans2D1" presStyleIdx="1" presStyleCnt="3"/>
      <dgm:spPr/>
    </dgm:pt>
    <dgm:pt modelId="{277B28B5-7A34-47A2-B366-69BA12C68A62}" type="pres">
      <dgm:prSet presAssocID="{881B0305-8B7E-41D3-B2CF-528E611B9DA8}" presName="connectorText" presStyleLbl="sibTrans2D1" presStyleIdx="1" presStyleCnt="3"/>
      <dgm:spPr/>
    </dgm:pt>
    <dgm:pt modelId="{76A5C82C-3AAD-4D0F-B8E9-59CC0F7F1199}" type="pres">
      <dgm:prSet presAssocID="{78F4ADD7-213F-4890-98E1-88DB863C1624}" presName="node" presStyleLbl="node1" presStyleIdx="2" presStyleCnt="4">
        <dgm:presLayoutVars>
          <dgm:bulletEnabled val="1"/>
        </dgm:presLayoutVars>
      </dgm:prSet>
      <dgm:spPr/>
    </dgm:pt>
    <dgm:pt modelId="{E77B553C-C703-4BF6-A08C-4BC80A819250}" type="pres">
      <dgm:prSet presAssocID="{8946CFA7-BAE5-45F9-AC3C-765687E72ECE}" presName="sibTrans" presStyleLbl="sibTrans2D1" presStyleIdx="2" presStyleCnt="3"/>
      <dgm:spPr/>
    </dgm:pt>
    <dgm:pt modelId="{54B0DF23-FF2F-4796-86E4-9F223C377426}" type="pres">
      <dgm:prSet presAssocID="{8946CFA7-BAE5-45F9-AC3C-765687E72ECE}" presName="connectorText" presStyleLbl="sibTrans2D1" presStyleIdx="2" presStyleCnt="3"/>
      <dgm:spPr/>
    </dgm:pt>
    <dgm:pt modelId="{FEF732CB-BDD1-421F-8A9A-C82FABA3550A}" type="pres">
      <dgm:prSet presAssocID="{81C814DB-2710-473E-A901-7A6DD0F80FF5}" presName="node" presStyleLbl="node1" presStyleIdx="3" presStyleCnt="4">
        <dgm:presLayoutVars>
          <dgm:bulletEnabled val="1"/>
        </dgm:presLayoutVars>
      </dgm:prSet>
      <dgm:spPr/>
    </dgm:pt>
  </dgm:ptLst>
  <dgm:cxnLst>
    <dgm:cxn modelId="{197DBB07-E709-424A-9BA7-186F8DE6F3EA}" type="presOf" srcId="{8946CFA7-BAE5-45F9-AC3C-765687E72ECE}" destId="{54B0DF23-FF2F-4796-86E4-9F223C377426}" srcOrd="1" destOrd="0" presId="urn:microsoft.com/office/officeart/2005/8/layout/process1"/>
    <dgm:cxn modelId="{5FBC7E0B-1A15-4299-9B1A-3983781D1408}" srcId="{5C6FCC73-9328-4B96-8027-9EA4ECE367DB}" destId="{B52B953E-E9A5-4777-B181-4CFA2150246B}" srcOrd="0" destOrd="0" parTransId="{029C68F1-9A68-4705-9031-5C51895A22C5}" sibTransId="{6642C2CB-10D8-4729-BBD6-409B86EDA4B4}"/>
    <dgm:cxn modelId="{D8DCF71E-B784-4519-ACA1-298055C3883A}" type="presOf" srcId="{881B0305-8B7E-41D3-B2CF-528E611B9DA8}" destId="{277B28B5-7A34-47A2-B366-69BA12C68A62}" srcOrd="1" destOrd="0" presId="urn:microsoft.com/office/officeart/2005/8/layout/process1"/>
    <dgm:cxn modelId="{88526022-FE40-4E9D-BF5D-48018A24BBBA}" srcId="{5C6FCC73-9328-4B96-8027-9EA4ECE367DB}" destId="{78F4ADD7-213F-4890-98E1-88DB863C1624}" srcOrd="2" destOrd="0" parTransId="{F0CB3509-2E0F-41DB-B225-B1A2D081E2B1}" sibTransId="{8946CFA7-BAE5-45F9-AC3C-765687E72ECE}"/>
    <dgm:cxn modelId="{A5B74D23-8347-4B04-A8F5-29EDA772750C}" type="presOf" srcId="{881B0305-8B7E-41D3-B2CF-528E611B9DA8}" destId="{EF0842D9-0EC5-480E-B0B5-ECBCBD6277DE}" srcOrd="0" destOrd="0" presId="urn:microsoft.com/office/officeart/2005/8/layout/process1"/>
    <dgm:cxn modelId="{D18E8C2F-C2EA-4AB8-9430-69332BDA7858}" srcId="{5C6FCC73-9328-4B96-8027-9EA4ECE367DB}" destId="{5B850EEC-7003-4D5E-9CF9-AF9E72182D9F}" srcOrd="1" destOrd="0" parTransId="{3893B18A-AF03-42E5-A448-61C4FD10773A}" sibTransId="{881B0305-8B7E-41D3-B2CF-528E611B9DA8}"/>
    <dgm:cxn modelId="{49A7FF34-898F-4E81-A0B6-9B0A151BF0CE}" type="presOf" srcId="{6642C2CB-10D8-4729-BBD6-409B86EDA4B4}" destId="{93242016-4E37-46A8-B415-98C25481F67F}" srcOrd="0" destOrd="0" presId="urn:microsoft.com/office/officeart/2005/8/layout/process1"/>
    <dgm:cxn modelId="{68CDCD3D-D195-4DCC-8431-3D7D968FAA38}" type="presOf" srcId="{81C814DB-2710-473E-A901-7A6DD0F80FF5}" destId="{FEF732CB-BDD1-421F-8A9A-C82FABA3550A}" srcOrd="0" destOrd="0" presId="urn:microsoft.com/office/officeart/2005/8/layout/process1"/>
    <dgm:cxn modelId="{C8E38242-BD29-4BB4-925E-E3F23FA2E03B}" type="presOf" srcId="{B52B953E-E9A5-4777-B181-4CFA2150246B}" destId="{F1832928-DED8-4FE5-9E8F-924A548365D7}" srcOrd="0" destOrd="0" presId="urn:microsoft.com/office/officeart/2005/8/layout/process1"/>
    <dgm:cxn modelId="{3A31E472-F5B3-4D98-9350-77314DA8965E}" type="presOf" srcId="{6642C2CB-10D8-4729-BBD6-409B86EDA4B4}" destId="{4BA20398-FA3D-464E-8BE1-2F6E4DF0E2F8}" srcOrd="1" destOrd="0" presId="urn:microsoft.com/office/officeart/2005/8/layout/process1"/>
    <dgm:cxn modelId="{278E8A74-6032-40C1-B019-AE305C465120}" srcId="{5C6FCC73-9328-4B96-8027-9EA4ECE367DB}" destId="{81C814DB-2710-473E-A901-7A6DD0F80FF5}" srcOrd="3" destOrd="0" parTransId="{06A5C753-7D30-4B00-9836-80420169D1A1}" sibTransId="{F985A5CC-B1D4-4924-BCCC-1845E9E44733}"/>
    <dgm:cxn modelId="{24D55E55-F430-4793-8434-04F4755EC4DB}" type="presOf" srcId="{5B850EEC-7003-4D5E-9CF9-AF9E72182D9F}" destId="{5025D694-8831-4B6D-8824-C81333E25B90}" srcOrd="0" destOrd="0" presId="urn:microsoft.com/office/officeart/2005/8/layout/process1"/>
    <dgm:cxn modelId="{448B2AC0-81D5-45AC-BD48-69E081D32628}" type="presOf" srcId="{5C6FCC73-9328-4B96-8027-9EA4ECE367DB}" destId="{212DDEB5-FAAC-4CBD-B8E6-0D6B60FD2F9C}" srcOrd="0" destOrd="0" presId="urn:microsoft.com/office/officeart/2005/8/layout/process1"/>
    <dgm:cxn modelId="{85A3C2DD-4F76-4D3D-8FA8-5759FF29CEF8}" type="presOf" srcId="{78F4ADD7-213F-4890-98E1-88DB863C1624}" destId="{76A5C82C-3AAD-4D0F-B8E9-59CC0F7F1199}" srcOrd="0" destOrd="0" presId="urn:microsoft.com/office/officeart/2005/8/layout/process1"/>
    <dgm:cxn modelId="{1555CCE8-C323-45A8-9399-58F85332FC86}" type="presOf" srcId="{8946CFA7-BAE5-45F9-AC3C-765687E72ECE}" destId="{E77B553C-C703-4BF6-A08C-4BC80A819250}" srcOrd="0" destOrd="0" presId="urn:microsoft.com/office/officeart/2005/8/layout/process1"/>
    <dgm:cxn modelId="{A8F0C193-A088-46F4-9861-E3F50FEE5F70}" type="presParOf" srcId="{212DDEB5-FAAC-4CBD-B8E6-0D6B60FD2F9C}" destId="{F1832928-DED8-4FE5-9E8F-924A548365D7}" srcOrd="0" destOrd="0" presId="urn:microsoft.com/office/officeart/2005/8/layout/process1"/>
    <dgm:cxn modelId="{D8D563E9-89DA-47F3-95DB-F5BC0B28F3B1}" type="presParOf" srcId="{212DDEB5-FAAC-4CBD-B8E6-0D6B60FD2F9C}" destId="{93242016-4E37-46A8-B415-98C25481F67F}" srcOrd="1" destOrd="0" presId="urn:microsoft.com/office/officeart/2005/8/layout/process1"/>
    <dgm:cxn modelId="{C76E3C56-8A28-4A4F-8218-F70EB3536002}" type="presParOf" srcId="{93242016-4E37-46A8-B415-98C25481F67F}" destId="{4BA20398-FA3D-464E-8BE1-2F6E4DF0E2F8}" srcOrd="0" destOrd="0" presId="urn:microsoft.com/office/officeart/2005/8/layout/process1"/>
    <dgm:cxn modelId="{73BEB5D2-5FFD-4550-9577-9AD1DE4C93DC}" type="presParOf" srcId="{212DDEB5-FAAC-4CBD-B8E6-0D6B60FD2F9C}" destId="{5025D694-8831-4B6D-8824-C81333E25B90}" srcOrd="2" destOrd="0" presId="urn:microsoft.com/office/officeart/2005/8/layout/process1"/>
    <dgm:cxn modelId="{E89E2E9D-55C3-4362-842B-B24FEB2B8FDC}" type="presParOf" srcId="{212DDEB5-FAAC-4CBD-B8E6-0D6B60FD2F9C}" destId="{EF0842D9-0EC5-480E-B0B5-ECBCBD6277DE}" srcOrd="3" destOrd="0" presId="urn:microsoft.com/office/officeart/2005/8/layout/process1"/>
    <dgm:cxn modelId="{4ADE6588-0E39-46BE-A466-C19A92C22E86}" type="presParOf" srcId="{EF0842D9-0EC5-480E-B0B5-ECBCBD6277DE}" destId="{277B28B5-7A34-47A2-B366-69BA12C68A62}" srcOrd="0" destOrd="0" presId="urn:microsoft.com/office/officeart/2005/8/layout/process1"/>
    <dgm:cxn modelId="{38B41E06-5FF9-49CD-BF37-0A685585F627}" type="presParOf" srcId="{212DDEB5-FAAC-4CBD-B8E6-0D6B60FD2F9C}" destId="{76A5C82C-3AAD-4D0F-B8E9-59CC0F7F1199}" srcOrd="4" destOrd="0" presId="urn:microsoft.com/office/officeart/2005/8/layout/process1"/>
    <dgm:cxn modelId="{D0AA7AD0-DE90-480E-8A74-067B991F278E}" type="presParOf" srcId="{212DDEB5-FAAC-4CBD-B8E6-0D6B60FD2F9C}" destId="{E77B553C-C703-4BF6-A08C-4BC80A819250}" srcOrd="5" destOrd="0" presId="urn:microsoft.com/office/officeart/2005/8/layout/process1"/>
    <dgm:cxn modelId="{2900AF66-17F7-40B4-A3EC-14AF68F73757}" type="presParOf" srcId="{E77B553C-C703-4BF6-A08C-4BC80A819250}" destId="{54B0DF23-FF2F-4796-86E4-9F223C377426}" srcOrd="0" destOrd="0" presId="urn:microsoft.com/office/officeart/2005/8/layout/process1"/>
    <dgm:cxn modelId="{C22FF554-020F-4028-A0DE-C0E27FD504B1}" type="presParOf" srcId="{212DDEB5-FAAC-4CBD-B8E6-0D6B60FD2F9C}" destId="{FEF732CB-BDD1-421F-8A9A-C82FABA3550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05606B-5631-4299-A455-A486155D64D2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6742C0-7930-4BFC-8970-DDA96EFF63A5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Citizen </a:t>
          </a:r>
        </a:p>
      </dgm:t>
    </dgm:pt>
    <dgm:pt modelId="{62C7E18D-03BC-43CF-A7E6-C620FD5B773C}" type="parTrans" cxnId="{242E2507-4D29-48DF-8077-1156F8CB940E}">
      <dgm:prSet/>
      <dgm:spPr/>
      <dgm:t>
        <a:bodyPr/>
        <a:lstStyle/>
        <a:p>
          <a:endParaRPr lang="en-IN"/>
        </a:p>
      </dgm:t>
    </dgm:pt>
    <dgm:pt modelId="{DD8A82BA-686A-4ED3-8C5E-3DD311A098BA}" type="sibTrans" cxnId="{242E2507-4D29-48DF-8077-1156F8CB940E}">
      <dgm:prSet/>
      <dgm:spPr/>
      <dgm:t>
        <a:bodyPr/>
        <a:lstStyle/>
        <a:p>
          <a:endParaRPr lang="en-IN"/>
        </a:p>
      </dgm:t>
    </dgm:pt>
    <dgm:pt modelId="{C17B5173-000D-4418-8409-7EBC9E397BFB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Voice/Text/Image</a:t>
          </a:r>
        </a:p>
      </dgm:t>
    </dgm:pt>
    <dgm:pt modelId="{2F058EC5-5F63-4C66-8167-B9641BA59844}" type="parTrans" cxnId="{B6F16ED4-CAE5-4E97-899C-0F87322406BE}">
      <dgm:prSet/>
      <dgm:spPr/>
      <dgm:t>
        <a:bodyPr/>
        <a:lstStyle/>
        <a:p>
          <a:endParaRPr lang="en-IN"/>
        </a:p>
      </dgm:t>
    </dgm:pt>
    <dgm:pt modelId="{164C6839-97A5-4869-BB29-80366A2C61CA}" type="sibTrans" cxnId="{B6F16ED4-CAE5-4E97-899C-0F87322406BE}">
      <dgm:prSet/>
      <dgm:spPr/>
      <dgm:t>
        <a:bodyPr/>
        <a:lstStyle/>
        <a:p>
          <a:endParaRPr lang="en-IN"/>
        </a:p>
      </dgm:t>
    </dgm:pt>
    <dgm:pt modelId="{36136D40-3BDF-4904-B47A-84B458730D63}">
      <dgm:prSet phldrT="[Text]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AI Understanding</a:t>
          </a:r>
        </a:p>
      </dgm:t>
    </dgm:pt>
    <dgm:pt modelId="{8BEB3D3F-D380-491E-ADB3-012B91E80446}" type="parTrans" cxnId="{6AFC64DB-7B7D-49B2-87F0-09552F85872B}">
      <dgm:prSet/>
      <dgm:spPr/>
      <dgm:t>
        <a:bodyPr/>
        <a:lstStyle/>
        <a:p>
          <a:endParaRPr lang="en-IN"/>
        </a:p>
      </dgm:t>
    </dgm:pt>
    <dgm:pt modelId="{F3624B0C-D8EA-4E56-8CCD-A6C61BA52C4A}" type="sibTrans" cxnId="{6AFC64DB-7B7D-49B2-87F0-09552F85872B}">
      <dgm:prSet/>
      <dgm:spPr/>
      <dgm:t>
        <a:bodyPr/>
        <a:lstStyle/>
        <a:p>
          <a:endParaRPr lang="en-IN"/>
        </a:p>
      </dgm:t>
    </dgm:pt>
    <dgm:pt modelId="{93510013-3FDB-4F8C-9227-7A34777967DF}">
      <dgm:prSet phldrT="[Text]" phldr="0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Demand Clustering</a:t>
          </a:r>
        </a:p>
      </dgm:t>
    </dgm:pt>
    <dgm:pt modelId="{7100C051-454A-4D7B-84D6-28CE6AD47B09}" type="parTrans" cxnId="{D3CFBA7D-32D8-48C7-B0CD-BE83DFCB63A8}">
      <dgm:prSet/>
      <dgm:spPr/>
      <dgm:t>
        <a:bodyPr/>
        <a:lstStyle/>
        <a:p>
          <a:endParaRPr lang="en-IN"/>
        </a:p>
      </dgm:t>
    </dgm:pt>
    <dgm:pt modelId="{3D1D97F2-B461-44E6-BDDB-E32907F06AA1}" type="sibTrans" cxnId="{D3CFBA7D-32D8-48C7-B0CD-BE83DFCB63A8}">
      <dgm:prSet/>
      <dgm:spPr/>
      <dgm:t>
        <a:bodyPr/>
        <a:lstStyle/>
        <a:p>
          <a:endParaRPr lang="en-IN"/>
        </a:p>
      </dgm:t>
    </dgm:pt>
    <dgm:pt modelId="{82FDF4EC-A645-4DA1-A1FB-AE5C1ADFA29D}">
      <dgm:prSet phldrT="[Text]" phldr="0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Public Data Integration</a:t>
          </a:r>
        </a:p>
      </dgm:t>
    </dgm:pt>
    <dgm:pt modelId="{B1C230BF-F12C-42CF-A898-DF5E0385D4E9}" type="parTrans" cxnId="{4FCAB664-C744-47A4-8E12-F6467814EEA0}">
      <dgm:prSet/>
      <dgm:spPr/>
      <dgm:t>
        <a:bodyPr/>
        <a:lstStyle/>
        <a:p>
          <a:endParaRPr lang="en-IN"/>
        </a:p>
      </dgm:t>
    </dgm:pt>
    <dgm:pt modelId="{DC4F5A43-3C35-4241-B114-E6248747F1A3}" type="sibTrans" cxnId="{4FCAB664-C744-47A4-8E12-F6467814EEA0}">
      <dgm:prSet/>
      <dgm:spPr/>
      <dgm:t>
        <a:bodyPr/>
        <a:lstStyle/>
        <a:p>
          <a:endParaRPr lang="en-IN"/>
        </a:p>
      </dgm:t>
    </dgm:pt>
    <dgm:pt modelId="{6ADB8AC1-184A-42EC-9237-A63D11323618}">
      <dgm:prSet phldrT="[Text]" phldr="0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Priority Engine</a:t>
          </a:r>
        </a:p>
      </dgm:t>
    </dgm:pt>
    <dgm:pt modelId="{4A72DF6F-9741-457A-8BB0-9AA275132483}" type="parTrans" cxnId="{EEB3AA9B-C7E6-489A-B932-158492859618}">
      <dgm:prSet/>
      <dgm:spPr/>
      <dgm:t>
        <a:bodyPr/>
        <a:lstStyle/>
        <a:p>
          <a:endParaRPr lang="en-IN"/>
        </a:p>
      </dgm:t>
    </dgm:pt>
    <dgm:pt modelId="{6E836BAF-CFF0-4423-BEFB-24A2D535C42F}" type="sibTrans" cxnId="{EEB3AA9B-C7E6-489A-B932-158492859618}">
      <dgm:prSet/>
      <dgm:spPr/>
      <dgm:t>
        <a:bodyPr/>
        <a:lstStyle/>
        <a:p>
          <a:endParaRPr lang="en-IN"/>
        </a:p>
      </dgm:t>
    </dgm:pt>
    <dgm:pt modelId="{951305FA-13EC-4C53-A809-BF5BE7727366}">
      <dgm:prSet phldrT="[Text]" phldr="0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Budget Optimizer</a:t>
          </a:r>
        </a:p>
      </dgm:t>
    </dgm:pt>
    <dgm:pt modelId="{B850D20C-EAF2-4623-949F-E80E8FFC8CE7}" type="parTrans" cxnId="{EC657082-BEC1-4FAD-89B0-707D758B354E}">
      <dgm:prSet/>
      <dgm:spPr/>
      <dgm:t>
        <a:bodyPr/>
        <a:lstStyle/>
        <a:p>
          <a:endParaRPr lang="en-IN"/>
        </a:p>
      </dgm:t>
    </dgm:pt>
    <dgm:pt modelId="{A9025FE1-7417-4803-860A-08D1F56F22CD}" type="sibTrans" cxnId="{EC657082-BEC1-4FAD-89B0-707D758B354E}">
      <dgm:prSet/>
      <dgm:spPr/>
      <dgm:t>
        <a:bodyPr/>
        <a:lstStyle/>
        <a:p>
          <a:endParaRPr lang="en-IN"/>
        </a:p>
      </dgm:t>
    </dgm:pt>
    <dgm:pt modelId="{189ECD27-E581-42ED-9329-EB791D7B5360}">
      <dgm:prSet phldrT="[Text]" phldr="0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MP Dashboard</a:t>
          </a:r>
        </a:p>
      </dgm:t>
    </dgm:pt>
    <dgm:pt modelId="{2A00C5F6-E684-499D-BA40-B4957DD265AB}" type="parTrans" cxnId="{9A02191D-3886-453A-AA24-765D429B4B35}">
      <dgm:prSet/>
      <dgm:spPr/>
      <dgm:t>
        <a:bodyPr/>
        <a:lstStyle/>
        <a:p>
          <a:endParaRPr lang="en-IN"/>
        </a:p>
      </dgm:t>
    </dgm:pt>
    <dgm:pt modelId="{660A0EEF-5B77-4300-B75B-5F1182C811F6}" type="sibTrans" cxnId="{9A02191D-3886-453A-AA24-765D429B4B35}">
      <dgm:prSet/>
      <dgm:spPr/>
      <dgm:t>
        <a:bodyPr/>
        <a:lstStyle/>
        <a:p>
          <a:endParaRPr lang="en-IN"/>
        </a:p>
      </dgm:t>
    </dgm:pt>
    <dgm:pt modelId="{E249B55A-BB87-472F-B259-EF29981A2185}">
      <dgm:prSet phldrT="[Text]" phldr="0"/>
      <dgm:spPr/>
      <dgm:t>
        <a:bodyPr/>
        <a:lstStyle/>
        <a:p>
          <a:pPr>
            <a:buNone/>
          </a:pPr>
          <a:r>
            <a:rPr lang="en-IN" dirty="0">
              <a:solidFill>
                <a:schemeClr val="tx1"/>
              </a:solidFill>
            </a:rPr>
            <a:t>Citizen Tracking</a:t>
          </a:r>
        </a:p>
      </dgm:t>
    </dgm:pt>
    <dgm:pt modelId="{B4F20C8E-C316-419B-AAB8-39AA371D28BD}" type="parTrans" cxnId="{1E032802-9857-4DF7-9CC2-7DC43A02FE75}">
      <dgm:prSet/>
      <dgm:spPr/>
      <dgm:t>
        <a:bodyPr/>
        <a:lstStyle/>
        <a:p>
          <a:endParaRPr lang="en-IN"/>
        </a:p>
      </dgm:t>
    </dgm:pt>
    <dgm:pt modelId="{B00D9CEF-C2B7-4B73-AA1B-F5FC842E2225}" type="sibTrans" cxnId="{1E032802-9857-4DF7-9CC2-7DC43A02FE75}">
      <dgm:prSet/>
      <dgm:spPr/>
      <dgm:t>
        <a:bodyPr/>
        <a:lstStyle/>
        <a:p>
          <a:endParaRPr lang="en-IN"/>
        </a:p>
      </dgm:t>
    </dgm:pt>
    <dgm:pt modelId="{F6FC601A-F855-4A22-90F5-3A54BD84BDAB}">
      <dgm:prSet phldrT="[Text]" phldr="0"/>
      <dgm:spPr/>
      <dgm:t>
        <a:bodyPr/>
        <a:lstStyle/>
        <a:p>
          <a:pPr>
            <a:buNone/>
          </a:pPr>
          <a:endParaRPr lang="en-IN" dirty="0"/>
        </a:p>
      </dgm:t>
    </dgm:pt>
    <dgm:pt modelId="{5CF4952F-18E8-4235-B0F5-F04509BD5A5E}" type="parTrans" cxnId="{37DA68B5-154E-4D1C-AA13-15E403F8073E}">
      <dgm:prSet/>
      <dgm:spPr/>
      <dgm:t>
        <a:bodyPr/>
        <a:lstStyle/>
        <a:p>
          <a:endParaRPr lang="en-IN"/>
        </a:p>
      </dgm:t>
    </dgm:pt>
    <dgm:pt modelId="{3D3A4EBE-7F8E-4525-8684-436F2DB5E13F}" type="sibTrans" cxnId="{37DA68B5-154E-4D1C-AA13-15E403F8073E}">
      <dgm:prSet/>
      <dgm:spPr/>
      <dgm:t>
        <a:bodyPr/>
        <a:lstStyle/>
        <a:p>
          <a:endParaRPr lang="en-IN"/>
        </a:p>
      </dgm:t>
    </dgm:pt>
    <dgm:pt modelId="{8DCC26F0-3608-4E53-A601-05A41091233B}" type="pres">
      <dgm:prSet presAssocID="{1305606B-5631-4299-A455-A486155D64D2}" presName="Name0" presStyleCnt="0">
        <dgm:presLayoutVars>
          <dgm:dir/>
          <dgm:animLvl val="lvl"/>
          <dgm:resizeHandles val="exact"/>
        </dgm:presLayoutVars>
      </dgm:prSet>
      <dgm:spPr/>
    </dgm:pt>
    <dgm:pt modelId="{6D6B929F-FF92-4602-96D8-9571E96337F3}" type="pres">
      <dgm:prSet presAssocID="{B46742C0-7930-4BFC-8970-DDA96EFF63A5}" presName="Name8" presStyleCnt="0"/>
      <dgm:spPr/>
    </dgm:pt>
    <dgm:pt modelId="{9C4C065C-9C95-4232-96A4-B036AD5F0AF3}" type="pres">
      <dgm:prSet presAssocID="{B46742C0-7930-4BFC-8970-DDA96EFF63A5}" presName="level" presStyleLbl="node1" presStyleIdx="0" presStyleCnt="10" custLinFactNeighborX="275" custLinFactNeighborY="1963">
        <dgm:presLayoutVars>
          <dgm:chMax val="1"/>
          <dgm:bulletEnabled val="1"/>
        </dgm:presLayoutVars>
      </dgm:prSet>
      <dgm:spPr/>
    </dgm:pt>
    <dgm:pt modelId="{518F1E9E-3044-4EE8-B80B-59E47E7AD59E}" type="pres">
      <dgm:prSet presAssocID="{B46742C0-7930-4BFC-8970-DDA96EFF63A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4E82113-F125-4C89-9579-740469CCD128}" type="pres">
      <dgm:prSet presAssocID="{C17B5173-000D-4418-8409-7EBC9E397BFB}" presName="Name8" presStyleCnt="0"/>
      <dgm:spPr/>
    </dgm:pt>
    <dgm:pt modelId="{6BDBA364-4E56-4763-B45E-202606C4D6F6}" type="pres">
      <dgm:prSet presAssocID="{C17B5173-000D-4418-8409-7EBC9E397BFB}" presName="level" presStyleLbl="node1" presStyleIdx="1" presStyleCnt="10">
        <dgm:presLayoutVars>
          <dgm:chMax val="1"/>
          <dgm:bulletEnabled val="1"/>
        </dgm:presLayoutVars>
      </dgm:prSet>
      <dgm:spPr/>
    </dgm:pt>
    <dgm:pt modelId="{9E2929E7-F0A1-458C-B40E-D11D519DE38B}" type="pres">
      <dgm:prSet presAssocID="{C17B5173-000D-4418-8409-7EBC9E397BF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8552782-8E6E-43DD-A44C-533B26838AA5}" type="pres">
      <dgm:prSet presAssocID="{36136D40-3BDF-4904-B47A-84B458730D63}" presName="Name8" presStyleCnt="0"/>
      <dgm:spPr/>
    </dgm:pt>
    <dgm:pt modelId="{490A3FF4-8877-42A4-B13E-B999C67057A2}" type="pres">
      <dgm:prSet presAssocID="{36136D40-3BDF-4904-B47A-84B458730D63}" presName="level" presStyleLbl="node1" presStyleIdx="2" presStyleCnt="10">
        <dgm:presLayoutVars>
          <dgm:chMax val="1"/>
          <dgm:bulletEnabled val="1"/>
        </dgm:presLayoutVars>
      </dgm:prSet>
      <dgm:spPr/>
    </dgm:pt>
    <dgm:pt modelId="{CCA62D02-D286-41D2-995C-A67B9D736A20}" type="pres">
      <dgm:prSet presAssocID="{36136D40-3BDF-4904-B47A-84B458730D6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8D683BD-E0ED-4E4C-A61C-602CF8AB94C9}" type="pres">
      <dgm:prSet presAssocID="{93510013-3FDB-4F8C-9227-7A34777967DF}" presName="Name8" presStyleCnt="0"/>
      <dgm:spPr/>
    </dgm:pt>
    <dgm:pt modelId="{9AAC2236-6E34-426D-9BC8-F3F5399B6821}" type="pres">
      <dgm:prSet presAssocID="{93510013-3FDB-4F8C-9227-7A34777967DF}" presName="level" presStyleLbl="node1" presStyleIdx="3" presStyleCnt="10">
        <dgm:presLayoutVars>
          <dgm:chMax val="1"/>
          <dgm:bulletEnabled val="1"/>
        </dgm:presLayoutVars>
      </dgm:prSet>
      <dgm:spPr/>
    </dgm:pt>
    <dgm:pt modelId="{754CB552-0D9B-4983-9B27-E8BE7EEAF1E8}" type="pres">
      <dgm:prSet presAssocID="{93510013-3FDB-4F8C-9227-7A34777967D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2B3A705-0A60-41FF-8C9E-B22F5B6554FD}" type="pres">
      <dgm:prSet presAssocID="{82FDF4EC-A645-4DA1-A1FB-AE5C1ADFA29D}" presName="Name8" presStyleCnt="0"/>
      <dgm:spPr/>
    </dgm:pt>
    <dgm:pt modelId="{E676AA8E-7F89-4BFA-9F6E-B292EA27AACD}" type="pres">
      <dgm:prSet presAssocID="{82FDF4EC-A645-4DA1-A1FB-AE5C1ADFA29D}" presName="level" presStyleLbl="node1" presStyleIdx="4" presStyleCnt="10">
        <dgm:presLayoutVars>
          <dgm:chMax val="1"/>
          <dgm:bulletEnabled val="1"/>
        </dgm:presLayoutVars>
      </dgm:prSet>
      <dgm:spPr/>
    </dgm:pt>
    <dgm:pt modelId="{9B3A373C-9FCB-47CF-917E-DCDA6084FD37}" type="pres">
      <dgm:prSet presAssocID="{82FDF4EC-A645-4DA1-A1FB-AE5C1ADFA2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7840AEC-1BC0-4226-808E-2BBB40C43136}" type="pres">
      <dgm:prSet presAssocID="{6ADB8AC1-184A-42EC-9237-A63D11323618}" presName="Name8" presStyleCnt="0"/>
      <dgm:spPr/>
    </dgm:pt>
    <dgm:pt modelId="{174ADE6B-5D96-40A7-9400-5CA618EF7BCE}" type="pres">
      <dgm:prSet presAssocID="{6ADB8AC1-184A-42EC-9237-A63D11323618}" presName="level" presStyleLbl="node1" presStyleIdx="5" presStyleCnt="10">
        <dgm:presLayoutVars>
          <dgm:chMax val="1"/>
          <dgm:bulletEnabled val="1"/>
        </dgm:presLayoutVars>
      </dgm:prSet>
      <dgm:spPr/>
    </dgm:pt>
    <dgm:pt modelId="{9E269D4F-7985-4AA1-808F-F14D950EA0D7}" type="pres">
      <dgm:prSet presAssocID="{6ADB8AC1-184A-42EC-9237-A63D1132361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406555F-F8C3-48DD-9498-76DB5DB2F7EF}" type="pres">
      <dgm:prSet presAssocID="{951305FA-13EC-4C53-A809-BF5BE7727366}" presName="Name8" presStyleCnt="0"/>
      <dgm:spPr/>
    </dgm:pt>
    <dgm:pt modelId="{FDE4FE41-A263-4669-8143-7E467B8BE6AE}" type="pres">
      <dgm:prSet presAssocID="{951305FA-13EC-4C53-A809-BF5BE7727366}" presName="level" presStyleLbl="node1" presStyleIdx="6" presStyleCnt="10">
        <dgm:presLayoutVars>
          <dgm:chMax val="1"/>
          <dgm:bulletEnabled val="1"/>
        </dgm:presLayoutVars>
      </dgm:prSet>
      <dgm:spPr/>
    </dgm:pt>
    <dgm:pt modelId="{76F62539-F4E8-4FE6-819C-FC6DC3D852EE}" type="pres">
      <dgm:prSet presAssocID="{951305FA-13EC-4C53-A809-BF5BE772736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F088436-F625-4049-AAF7-BAA0B790D972}" type="pres">
      <dgm:prSet presAssocID="{189ECD27-E581-42ED-9329-EB791D7B5360}" presName="Name8" presStyleCnt="0"/>
      <dgm:spPr/>
    </dgm:pt>
    <dgm:pt modelId="{E7007EAB-A758-4D94-A1BA-3C62356E63C8}" type="pres">
      <dgm:prSet presAssocID="{189ECD27-E581-42ED-9329-EB791D7B5360}" presName="level" presStyleLbl="node1" presStyleIdx="7" presStyleCnt="10">
        <dgm:presLayoutVars>
          <dgm:chMax val="1"/>
          <dgm:bulletEnabled val="1"/>
        </dgm:presLayoutVars>
      </dgm:prSet>
      <dgm:spPr/>
    </dgm:pt>
    <dgm:pt modelId="{DC4CB540-1ACA-4326-BE87-89CA8ABA6979}" type="pres">
      <dgm:prSet presAssocID="{189ECD27-E581-42ED-9329-EB791D7B536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D60D961-BB82-44E6-853D-3A5E2A35711D}" type="pres">
      <dgm:prSet presAssocID="{E249B55A-BB87-472F-B259-EF29981A2185}" presName="Name8" presStyleCnt="0"/>
      <dgm:spPr/>
    </dgm:pt>
    <dgm:pt modelId="{07599B96-E47D-4F2D-8F17-4EDB6A9FA7D3}" type="pres">
      <dgm:prSet presAssocID="{E249B55A-BB87-472F-B259-EF29981A2185}" presName="level" presStyleLbl="node1" presStyleIdx="8" presStyleCnt="10">
        <dgm:presLayoutVars>
          <dgm:chMax val="1"/>
          <dgm:bulletEnabled val="1"/>
        </dgm:presLayoutVars>
      </dgm:prSet>
      <dgm:spPr/>
    </dgm:pt>
    <dgm:pt modelId="{498D3F73-DD74-4C40-82B4-EA9C34F8DDE9}" type="pres">
      <dgm:prSet presAssocID="{E249B55A-BB87-472F-B259-EF29981A218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C72D2AA-F807-48A6-A4B1-566ADE6F0DF4}" type="pres">
      <dgm:prSet presAssocID="{F6FC601A-F855-4A22-90F5-3A54BD84BDAB}" presName="Name8" presStyleCnt="0"/>
      <dgm:spPr/>
    </dgm:pt>
    <dgm:pt modelId="{93096EB8-7EEF-4049-9BF9-C6D223009EEC}" type="pres">
      <dgm:prSet presAssocID="{F6FC601A-F855-4A22-90F5-3A54BD84BDAB}" presName="level" presStyleLbl="node1" presStyleIdx="9" presStyleCnt="10">
        <dgm:presLayoutVars>
          <dgm:chMax val="1"/>
          <dgm:bulletEnabled val="1"/>
        </dgm:presLayoutVars>
      </dgm:prSet>
      <dgm:spPr/>
    </dgm:pt>
    <dgm:pt modelId="{62E864D4-7723-40F9-90DF-815C10813306}" type="pres">
      <dgm:prSet presAssocID="{F6FC601A-F855-4A22-90F5-3A54BD84BDAB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E032802-9857-4DF7-9CC2-7DC43A02FE75}" srcId="{1305606B-5631-4299-A455-A486155D64D2}" destId="{E249B55A-BB87-472F-B259-EF29981A2185}" srcOrd="8" destOrd="0" parTransId="{B4F20C8E-C316-419B-AAB8-39AA371D28BD}" sibTransId="{B00D9CEF-C2B7-4B73-AA1B-F5FC842E2225}"/>
    <dgm:cxn modelId="{7E6E0B06-B31F-4F76-8814-829B3EB8332D}" type="presOf" srcId="{93510013-3FDB-4F8C-9227-7A34777967DF}" destId="{9AAC2236-6E34-426D-9BC8-F3F5399B6821}" srcOrd="0" destOrd="0" presId="urn:microsoft.com/office/officeart/2005/8/layout/pyramid3"/>
    <dgm:cxn modelId="{242E2507-4D29-48DF-8077-1156F8CB940E}" srcId="{1305606B-5631-4299-A455-A486155D64D2}" destId="{B46742C0-7930-4BFC-8970-DDA96EFF63A5}" srcOrd="0" destOrd="0" parTransId="{62C7E18D-03BC-43CF-A7E6-C620FD5B773C}" sibTransId="{DD8A82BA-686A-4ED3-8C5E-3DD311A098BA}"/>
    <dgm:cxn modelId="{ADBCDC10-3DE1-4E81-B7D6-5FFA519641B1}" type="presOf" srcId="{36136D40-3BDF-4904-B47A-84B458730D63}" destId="{490A3FF4-8877-42A4-B13E-B999C67057A2}" srcOrd="0" destOrd="0" presId="urn:microsoft.com/office/officeart/2005/8/layout/pyramid3"/>
    <dgm:cxn modelId="{88910319-8B4D-40B3-AE5A-6EA497897ADC}" type="presOf" srcId="{6ADB8AC1-184A-42EC-9237-A63D11323618}" destId="{9E269D4F-7985-4AA1-808F-F14D950EA0D7}" srcOrd="1" destOrd="0" presId="urn:microsoft.com/office/officeart/2005/8/layout/pyramid3"/>
    <dgm:cxn modelId="{DC0E7A1B-D437-4942-A28C-C254D72BEE6D}" type="presOf" srcId="{6ADB8AC1-184A-42EC-9237-A63D11323618}" destId="{174ADE6B-5D96-40A7-9400-5CA618EF7BCE}" srcOrd="0" destOrd="0" presId="urn:microsoft.com/office/officeart/2005/8/layout/pyramid3"/>
    <dgm:cxn modelId="{9A02191D-3886-453A-AA24-765D429B4B35}" srcId="{1305606B-5631-4299-A455-A486155D64D2}" destId="{189ECD27-E581-42ED-9329-EB791D7B5360}" srcOrd="7" destOrd="0" parTransId="{2A00C5F6-E684-499D-BA40-B4957DD265AB}" sibTransId="{660A0EEF-5B77-4300-B75B-5F1182C811F6}"/>
    <dgm:cxn modelId="{6F63162B-E6C2-4427-BE81-04D206897BC3}" type="presOf" srcId="{C17B5173-000D-4418-8409-7EBC9E397BFB}" destId="{9E2929E7-F0A1-458C-B40E-D11D519DE38B}" srcOrd="1" destOrd="0" presId="urn:microsoft.com/office/officeart/2005/8/layout/pyramid3"/>
    <dgm:cxn modelId="{4BAFC839-058C-486B-B4C0-65468B358EE8}" type="presOf" srcId="{1305606B-5631-4299-A455-A486155D64D2}" destId="{8DCC26F0-3608-4E53-A601-05A41091233B}" srcOrd="0" destOrd="0" presId="urn:microsoft.com/office/officeart/2005/8/layout/pyramid3"/>
    <dgm:cxn modelId="{4FCAB664-C744-47A4-8E12-F6467814EEA0}" srcId="{1305606B-5631-4299-A455-A486155D64D2}" destId="{82FDF4EC-A645-4DA1-A1FB-AE5C1ADFA29D}" srcOrd="4" destOrd="0" parTransId="{B1C230BF-F12C-42CF-A898-DF5E0385D4E9}" sibTransId="{DC4F5A43-3C35-4241-B114-E6248747F1A3}"/>
    <dgm:cxn modelId="{CA6ED344-361C-486C-9B3D-C93CEF07C973}" type="presOf" srcId="{F6FC601A-F855-4A22-90F5-3A54BD84BDAB}" destId="{62E864D4-7723-40F9-90DF-815C10813306}" srcOrd="1" destOrd="0" presId="urn:microsoft.com/office/officeart/2005/8/layout/pyramid3"/>
    <dgm:cxn modelId="{6F1C9367-209E-4DAC-8AD3-050450865160}" type="presOf" srcId="{93510013-3FDB-4F8C-9227-7A34777967DF}" destId="{754CB552-0D9B-4983-9B27-E8BE7EEAF1E8}" srcOrd="1" destOrd="0" presId="urn:microsoft.com/office/officeart/2005/8/layout/pyramid3"/>
    <dgm:cxn modelId="{F2681E6C-6AEB-4F3C-B100-01A06FEB21E9}" type="presOf" srcId="{B46742C0-7930-4BFC-8970-DDA96EFF63A5}" destId="{518F1E9E-3044-4EE8-B80B-59E47E7AD59E}" srcOrd="1" destOrd="0" presId="urn:microsoft.com/office/officeart/2005/8/layout/pyramid3"/>
    <dgm:cxn modelId="{2A288A6F-1363-455F-8D8D-07239A46CC78}" type="presOf" srcId="{189ECD27-E581-42ED-9329-EB791D7B5360}" destId="{DC4CB540-1ACA-4326-BE87-89CA8ABA6979}" srcOrd="1" destOrd="0" presId="urn:microsoft.com/office/officeart/2005/8/layout/pyramid3"/>
    <dgm:cxn modelId="{F1C3C155-0B72-4B47-B36A-681B9CFF4E33}" type="presOf" srcId="{82FDF4EC-A645-4DA1-A1FB-AE5C1ADFA29D}" destId="{E676AA8E-7F89-4BFA-9F6E-B292EA27AACD}" srcOrd="0" destOrd="0" presId="urn:microsoft.com/office/officeart/2005/8/layout/pyramid3"/>
    <dgm:cxn modelId="{D3CFBA7D-32D8-48C7-B0CD-BE83DFCB63A8}" srcId="{1305606B-5631-4299-A455-A486155D64D2}" destId="{93510013-3FDB-4F8C-9227-7A34777967DF}" srcOrd="3" destOrd="0" parTransId="{7100C051-454A-4D7B-84D6-28CE6AD47B09}" sibTransId="{3D1D97F2-B461-44E6-BDDB-E32907F06AA1}"/>
    <dgm:cxn modelId="{EC657082-BEC1-4FAD-89B0-707D758B354E}" srcId="{1305606B-5631-4299-A455-A486155D64D2}" destId="{951305FA-13EC-4C53-A809-BF5BE7727366}" srcOrd="6" destOrd="0" parTransId="{B850D20C-EAF2-4623-949F-E80E8FFC8CE7}" sibTransId="{A9025FE1-7417-4803-860A-08D1F56F22CD}"/>
    <dgm:cxn modelId="{32F13C86-C2B8-4BB4-9400-BFB3E86ACCB3}" type="presOf" srcId="{B46742C0-7930-4BFC-8970-DDA96EFF63A5}" destId="{9C4C065C-9C95-4232-96A4-B036AD5F0AF3}" srcOrd="0" destOrd="0" presId="urn:microsoft.com/office/officeart/2005/8/layout/pyramid3"/>
    <dgm:cxn modelId="{D9AB5593-D40D-44DC-84CF-BDC6CADD9203}" type="presOf" srcId="{951305FA-13EC-4C53-A809-BF5BE7727366}" destId="{FDE4FE41-A263-4669-8143-7E467B8BE6AE}" srcOrd="0" destOrd="0" presId="urn:microsoft.com/office/officeart/2005/8/layout/pyramid3"/>
    <dgm:cxn modelId="{732EEE95-3100-458B-BDED-FBCC31391833}" type="presOf" srcId="{36136D40-3BDF-4904-B47A-84B458730D63}" destId="{CCA62D02-D286-41D2-995C-A67B9D736A20}" srcOrd="1" destOrd="0" presId="urn:microsoft.com/office/officeart/2005/8/layout/pyramid3"/>
    <dgm:cxn modelId="{EEB3AA9B-C7E6-489A-B932-158492859618}" srcId="{1305606B-5631-4299-A455-A486155D64D2}" destId="{6ADB8AC1-184A-42EC-9237-A63D11323618}" srcOrd="5" destOrd="0" parTransId="{4A72DF6F-9741-457A-8BB0-9AA275132483}" sibTransId="{6E836BAF-CFF0-4423-BEFB-24A2D535C42F}"/>
    <dgm:cxn modelId="{37DA68B5-154E-4D1C-AA13-15E403F8073E}" srcId="{1305606B-5631-4299-A455-A486155D64D2}" destId="{F6FC601A-F855-4A22-90F5-3A54BD84BDAB}" srcOrd="9" destOrd="0" parTransId="{5CF4952F-18E8-4235-B0F5-F04509BD5A5E}" sibTransId="{3D3A4EBE-7F8E-4525-8684-436F2DB5E13F}"/>
    <dgm:cxn modelId="{A1F3FFBC-476A-4C87-ADF0-EDDC1D402165}" type="presOf" srcId="{82FDF4EC-A645-4DA1-A1FB-AE5C1ADFA29D}" destId="{9B3A373C-9FCB-47CF-917E-DCDA6084FD37}" srcOrd="1" destOrd="0" presId="urn:microsoft.com/office/officeart/2005/8/layout/pyramid3"/>
    <dgm:cxn modelId="{1075C3BD-EBD4-450B-853D-F0371CEA0CCB}" type="presOf" srcId="{189ECD27-E581-42ED-9329-EB791D7B5360}" destId="{E7007EAB-A758-4D94-A1BA-3C62356E63C8}" srcOrd="0" destOrd="0" presId="urn:microsoft.com/office/officeart/2005/8/layout/pyramid3"/>
    <dgm:cxn modelId="{9BAFF3C9-47A5-488D-B238-AF416B61A8DD}" type="presOf" srcId="{951305FA-13EC-4C53-A809-BF5BE7727366}" destId="{76F62539-F4E8-4FE6-819C-FC6DC3D852EE}" srcOrd="1" destOrd="0" presId="urn:microsoft.com/office/officeart/2005/8/layout/pyramid3"/>
    <dgm:cxn modelId="{299C0CD0-2E53-468B-A8AF-C12FA8DE81ED}" type="presOf" srcId="{F6FC601A-F855-4A22-90F5-3A54BD84BDAB}" destId="{93096EB8-7EEF-4049-9BF9-C6D223009EEC}" srcOrd="0" destOrd="0" presId="urn:microsoft.com/office/officeart/2005/8/layout/pyramid3"/>
    <dgm:cxn modelId="{B6F16ED4-CAE5-4E97-899C-0F87322406BE}" srcId="{1305606B-5631-4299-A455-A486155D64D2}" destId="{C17B5173-000D-4418-8409-7EBC9E397BFB}" srcOrd="1" destOrd="0" parTransId="{2F058EC5-5F63-4C66-8167-B9641BA59844}" sibTransId="{164C6839-97A5-4869-BB29-80366A2C61CA}"/>
    <dgm:cxn modelId="{6AFC64DB-7B7D-49B2-87F0-09552F85872B}" srcId="{1305606B-5631-4299-A455-A486155D64D2}" destId="{36136D40-3BDF-4904-B47A-84B458730D63}" srcOrd="2" destOrd="0" parTransId="{8BEB3D3F-D380-491E-ADB3-012B91E80446}" sibTransId="{F3624B0C-D8EA-4E56-8CCD-A6C61BA52C4A}"/>
    <dgm:cxn modelId="{166BE0E1-7CA1-469B-81F7-2FA643D34502}" type="presOf" srcId="{C17B5173-000D-4418-8409-7EBC9E397BFB}" destId="{6BDBA364-4E56-4763-B45E-202606C4D6F6}" srcOrd="0" destOrd="0" presId="urn:microsoft.com/office/officeart/2005/8/layout/pyramid3"/>
    <dgm:cxn modelId="{F486D0E3-AD21-4C90-B74C-D04F6682BE23}" type="presOf" srcId="{E249B55A-BB87-472F-B259-EF29981A2185}" destId="{07599B96-E47D-4F2D-8F17-4EDB6A9FA7D3}" srcOrd="0" destOrd="0" presId="urn:microsoft.com/office/officeart/2005/8/layout/pyramid3"/>
    <dgm:cxn modelId="{56911BF5-2AE8-4F46-84FB-64C8C7F7D925}" type="presOf" srcId="{E249B55A-BB87-472F-B259-EF29981A2185}" destId="{498D3F73-DD74-4C40-82B4-EA9C34F8DDE9}" srcOrd="1" destOrd="0" presId="urn:microsoft.com/office/officeart/2005/8/layout/pyramid3"/>
    <dgm:cxn modelId="{FB638055-1641-49AA-AA07-2BC97DCADD98}" type="presParOf" srcId="{8DCC26F0-3608-4E53-A601-05A41091233B}" destId="{6D6B929F-FF92-4602-96D8-9571E96337F3}" srcOrd="0" destOrd="0" presId="urn:microsoft.com/office/officeart/2005/8/layout/pyramid3"/>
    <dgm:cxn modelId="{8C6C1B06-84AD-4EA1-AFC5-96A595B5B978}" type="presParOf" srcId="{6D6B929F-FF92-4602-96D8-9571E96337F3}" destId="{9C4C065C-9C95-4232-96A4-B036AD5F0AF3}" srcOrd="0" destOrd="0" presId="urn:microsoft.com/office/officeart/2005/8/layout/pyramid3"/>
    <dgm:cxn modelId="{BCDBCB24-A5AD-4E33-9139-3F16FF1815E7}" type="presParOf" srcId="{6D6B929F-FF92-4602-96D8-9571E96337F3}" destId="{518F1E9E-3044-4EE8-B80B-59E47E7AD59E}" srcOrd="1" destOrd="0" presId="urn:microsoft.com/office/officeart/2005/8/layout/pyramid3"/>
    <dgm:cxn modelId="{00C1105E-98C6-4D7E-BB13-45E4EEFD3A40}" type="presParOf" srcId="{8DCC26F0-3608-4E53-A601-05A41091233B}" destId="{64E82113-F125-4C89-9579-740469CCD128}" srcOrd="1" destOrd="0" presId="urn:microsoft.com/office/officeart/2005/8/layout/pyramid3"/>
    <dgm:cxn modelId="{43E6429B-E8A4-4467-8581-114AFE75457D}" type="presParOf" srcId="{64E82113-F125-4C89-9579-740469CCD128}" destId="{6BDBA364-4E56-4763-B45E-202606C4D6F6}" srcOrd="0" destOrd="0" presId="urn:microsoft.com/office/officeart/2005/8/layout/pyramid3"/>
    <dgm:cxn modelId="{65C90097-5BB6-49EC-A5CB-40F57B0F5845}" type="presParOf" srcId="{64E82113-F125-4C89-9579-740469CCD128}" destId="{9E2929E7-F0A1-458C-B40E-D11D519DE38B}" srcOrd="1" destOrd="0" presId="urn:microsoft.com/office/officeart/2005/8/layout/pyramid3"/>
    <dgm:cxn modelId="{4CD9CD16-BDE2-47D6-A059-042824D09541}" type="presParOf" srcId="{8DCC26F0-3608-4E53-A601-05A41091233B}" destId="{D8552782-8E6E-43DD-A44C-533B26838AA5}" srcOrd="2" destOrd="0" presId="urn:microsoft.com/office/officeart/2005/8/layout/pyramid3"/>
    <dgm:cxn modelId="{E66B993E-9F7C-4644-BA7E-A650DDB79786}" type="presParOf" srcId="{D8552782-8E6E-43DD-A44C-533B26838AA5}" destId="{490A3FF4-8877-42A4-B13E-B999C67057A2}" srcOrd="0" destOrd="0" presId="urn:microsoft.com/office/officeart/2005/8/layout/pyramid3"/>
    <dgm:cxn modelId="{62A03B49-41D2-47F3-B055-0F47EB083F8E}" type="presParOf" srcId="{D8552782-8E6E-43DD-A44C-533B26838AA5}" destId="{CCA62D02-D286-41D2-995C-A67B9D736A20}" srcOrd="1" destOrd="0" presId="urn:microsoft.com/office/officeart/2005/8/layout/pyramid3"/>
    <dgm:cxn modelId="{FDC6705B-DFE5-4D00-9A79-D8A54518FFB0}" type="presParOf" srcId="{8DCC26F0-3608-4E53-A601-05A41091233B}" destId="{68D683BD-E0ED-4E4C-A61C-602CF8AB94C9}" srcOrd="3" destOrd="0" presId="urn:microsoft.com/office/officeart/2005/8/layout/pyramid3"/>
    <dgm:cxn modelId="{AC9274AB-0D4A-49AA-833E-807EB0F100D9}" type="presParOf" srcId="{68D683BD-E0ED-4E4C-A61C-602CF8AB94C9}" destId="{9AAC2236-6E34-426D-9BC8-F3F5399B6821}" srcOrd="0" destOrd="0" presId="urn:microsoft.com/office/officeart/2005/8/layout/pyramid3"/>
    <dgm:cxn modelId="{4A548109-9FE7-4C01-8CF5-0823ED6E6626}" type="presParOf" srcId="{68D683BD-E0ED-4E4C-A61C-602CF8AB94C9}" destId="{754CB552-0D9B-4983-9B27-E8BE7EEAF1E8}" srcOrd="1" destOrd="0" presId="urn:microsoft.com/office/officeart/2005/8/layout/pyramid3"/>
    <dgm:cxn modelId="{122E2492-E977-4AED-9B31-92B205D63901}" type="presParOf" srcId="{8DCC26F0-3608-4E53-A601-05A41091233B}" destId="{F2B3A705-0A60-41FF-8C9E-B22F5B6554FD}" srcOrd="4" destOrd="0" presId="urn:microsoft.com/office/officeart/2005/8/layout/pyramid3"/>
    <dgm:cxn modelId="{FC64138E-4ABB-4867-A553-60B0129009B0}" type="presParOf" srcId="{F2B3A705-0A60-41FF-8C9E-B22F5B6554FD}" destId="{E676AA8E-7F89-4BFA-9F6E-B292EA27AACD}" srcOrd="0" destOrd="0" presId="urn:microsoft.com/office/officeart/2005/8/layout/pyramid3"/>
    <dgm:cxn modelId="{C94391D7-1890-4DD2-AE98-B128456769F3}" type="presParOf" srcId="{F2B3A705-0A60-41FF-8C9E-B22F5B6554FD}" destId="{9B3A373C-9FCB-47CF-917E-DCDA6084FD37}" srcOrd="1" destOrd="0" presId="urn:microsoft.com/office/officeart/2005/8/layout/pyramid3"/>
    <dgm:cxn modelId="{A01F6E2B-9E8E-4C87-945A-95703D031009}" type="presParOf" srcId="{8DCC26F0-3608-4E53-A601-05A41091233B}" destId="{07840AEC-1BC0-4226-808E-2BBB40C43136}" srcOrd="5" destOrd="0" presId="urn:microsoft.com/office/officeart/2005/8/layout/pyramid3"/>
    <dgm:cxn modelId="{6479D338-E8E0-4CC5-81BB-4E159DA2274C}" type="presParOf" srcId="{07840AEC-1BC0-4226-808E-2BBB40C43136}" destId="{174ADE6B-5D96-40A7-9400-5CA618EF7BCE}" srcOrd="0" destOrd="0" presId="urn:microsoft.com/office/officeart/2005/8/layout/pyramid3"/>
    <dgm:cxn modelId="{77C52599-70CE-46C0-B65D-4C4F2F6ABDF9}" type="presParOf" srcId="{07840AEC-1BC0-4226-808E-2BBB40C43136}" destId="{9E269D4F-7985-4AA1-808F-F14D950EA0D7}" srcOrd="1" destOrd="0" presId="urn:microsoft.com/office/officeart/2005/8/layout/pyramid3"/>
    <dgm:cxn modelId="{ACCE635C-EFBC-4B7E-95AF-7A0FBAC56553}" type="presParOf" srcId="{8DCC26F0-3608-4E53-A601-05A41091233B}" destId="{9406555F-F8C3-48DD-9498-76DB5DB2F7EF}" srcOrd="6" destOrd="0" presId="urn:microsoft.com/office/officeart/2005/8/layout/pyramid3"/>
    <dgm:cxn modelId="{0F5553AA-DE13-472A-901C-A60C5DF3D1AE}" type="presParOf" srcId="{9406555F-F8C3-48DD-9498-76DB5DB2F7EF}" destId="{FDE4FE41-A263-4669-8143-7E467B8BE6AE}" srcOrd="0" destOrd="0" presId="urn:microsoft.com/office/officeart/2005/8/layout/pyramid3"/>
    <dgm:cxn modelId="{22D05745-0CB5-42E5-8E51-E5464953CE52}" type="presParOf" srcId="{9406555F-F8C3-48DD-9498-76DB5DB2F7EF}" destId="{76F62539-F4E8-4FE6-819C-FC6DC3D852EE}" srcOrd="1" destOrd="0" presId="urn:microsoft.com/office/officeart/2005/8/layout/pyramid3"/>
    <dgm:cxn modelId="{FCAB7B10-4018-43DD-BD1F-7905D43427EB}" type="presParOf" srcId="{8DCC26F0-3608-4E53-A601-05A41091233B}" destId="{2F088436-F625-4049-AAF7-BAA0B790D972}" srcOrd="7" destOrd="0" presId="urn:microsoft.com/office/officeart/2005/8/layout/pyramid3"/>
    <dgm:cxn modelId="{72EC9AAC-E4C4-4EA5-836D-31FEF4509158}" type="presParOf" srcId="{2F088436-F625-4049-AAF7-BAA0B790D972}" destId="{E7007EAB-A758-4D94-A1BA-3C62356E63C8}" srcOrd="0" destOrd="0" presId="urn:microsoft.com/office/officeart/2005/8/layout/pyramid3"/>
    <dgm:cxn modelId="{AEAC0FFD-4920-4D40-9FF2-CF556588208E}" type="presParOf" srcId="{2F088436-F625-4049-AAF7-BAA0B790D972}" destId="{DC4CB540-1ACA-4326-BE87-89CA8ABA6979}" srcOrd="1" destOrd="0" presId="urn:microsoft.com/office/officeart/2005/8/layout/pyramid3"/>
    <dgm:cxn modelId="{6CB6D660-A7A3-44BA-9443-35B1DFB55D46}" type="presParOf" srcId="{8DCC26F0-3608-4E53-A601-05A41091233B}" destId="{DD60D961-BB82-44E6-853D-3A5E2A35711D}" srcOrd="8" destOrd="0" presId="urn:microsoft.com/office/officeart/2005/8/layout/pyramid3"/>
    <dgm:cxn modelId="{1D123E38-33DB-4F14-84B0-1CB8DF59D732}" type="presParOf" srcId="{DD60D961-BB82-44E6-853D-3A5E2A35711D}" destId="{07599B96-E47D-4F2D-8F17-4EDB6A9FA7D3}" srcOrd="0" destOrd="0" presId="urn:microsoft.com/office/officeart/2005/8/layout/pyramid3"/>
    <dgm:cxn modelId="{00A3122B-9AD3-4010-85BE-797F75EBAFF9}" type="presParOf" srcId="{DD60D961-BB82-44E6-853D-3A5E2A35711D}" destId="{498D3F73-DD74-4C40-82B4-EA9C34F8DDE9}" srcOrd="1" destOrd="0" presId="urn:microsoft.com/office/officeart/2005/8/layout/pyramid3"/>
    <dgm:cxn modelId="{AB400D64-D942-4F9C-B199-414C45F94B8E}" type="presParOf" srcId="{8DCC26F0-3608-4E53-A601-05A41091233B}" destId="{FC72D2AA-F807-48A6-A4B1-566ADE6F0DF4}" srcOrd="9" destOrd="0" presId="urn:microsoft.com/office/officeart/2005/8/layout/pyramid3"/>
    <dgm:cxn modelId="{D3B7464E-A451-45C1-A254-B3CBBFDEAED4}" type="presParOf" srcId="{FC72D2AA-F807-48A6-A4B1-566ADE6F0DF4}" destId="{93096EB8-7EEF-4049-9BF9-C6D223009EEC}" srcOrd="0" destOrd="0" presId="urn:microsoft.com/office/officeart/2005/8/layout/pyramid3"/>
    <dgm:cxn modelId="{975677E9-D261-4272-9996-75B753E9093D}" type="presParOf" srcId="{FC72D2AA-F807-48A6-A4B1-566ADE6F0DF4}" destId="{62E864D4-7723-40F9-90DF-815C10813306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938D2B-B35B-4838-9628-8DFB185C45AD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655C7D3-2328-418F-86C0-776A38A061F9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Citizen</a:t>
          </a:r>
        </a:p>
      </dgm:t>
    </dgm:pt>
    <dgm:pt modelId="{B2F6644A-1299-4766-9724-80C2ABFD5978}" type="parTrans" cxnId="{867423A3-51BE-422B-A301-D1180AB3A02B}">
      <dgm:prSet/>
      <dgm:spPr/>
      <dgm:t>
        <a:bodyPr/>
        <a:lstStyle/>
        <a:p>
          <a:endParaRPr lang="en-IN"/>
        </a:p>
      </dgm:t>
    </dgm:pt>
    <dgm:pt modelId="{F9B6AF63-9EA8-439E-84D1-339F2A34D32B}" type="sibTrans" cxnId="{867423A3-51BE-422B-A301-D1180AB3A02B}">
      <dgm:prSet/>
      <dgm:spPr/>
      <dgm:t>
        <a:bodyPr/>
        <a:lstStyle/>
        <a:p>
          <a:endParaRPr lang="en-IN"/>
        </a:p>
      </dgm:t>
    </dgm:pt>
    <dgm:pt modelId="{2F9D64B0-2DA5-4E07-92C3-C3C9DB8D0561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Multimodal Intake</a:t>
          </a:r>
        </a:p>
      </dgm:t>
    </dgm:pt>
    <dgm:pt modelId="{AD723318-3EE4-40E5-AEC5-56D31CAD8BA9}" type="parTrans" cxnId="{AF1DAFBC-E55D-48EB-A8E8-8F9FA9342BF4}">
      <dgm:prSet/>
      <dgm:spPr/>
      <dgm:t>
        <a:bodyPr/>
        <a:lstStyle/>
        <a:p>
          <a:endParaRPr lang="en-IN"/>
        </a:p>
      </dgm:t>
    </dgm:pt>
    <dgm:pt modelId="{C1FAE9F3-69CC-4676-813F-51D30950390F}" type="sibTrans" cxnId="{AF1DAFBC-E55D-48EB-A8E8-8F9FA9342BF4}">
      <dgm:prSet/>
      <dgm:spPr/>
      <dgm:t>
        <a:bodyPr/>
        <a:lstStyle/>
        <a:p>
          <a:endParaRPr lang="en-IN"/>
        </a:p>
      </dgm:t>
    </dgm:pt>
    <dgm:pt modelId="{E9A3E169-FF8E-4A22-8B37-2DF44E5C9F65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Translation / Speech-to-Text / OCR</a:t>
          </a:r>
        </a:p>
      </dgm:t>
    </dgm:pt>
    <dgm:pt modelId="{723D61B3-4A4E-4DAA-A0A7-CCD48D876DA9}" type="parTrans" cxnId="{9B98CF89-38F4-4DCD-BD54-9A6EFEED9AA3}">
      <dgm:prSet/>
      <dgm:spPr/>
      <dgm:t>
        <a:bodyPr/>
        <a:lstStyle/>
        <a:p>
          <a:endParaRPr lang="en-IN"/>
        </a:p>
      </dgm:t>
    </dgm:pt>
    <dgm:pt modelId="{8307B908-F9D3-408F-8CEB-8FF879A4FF10}" type="sibTrans" cxnId="{9B98CF89-38F4-4DCD-BD54-9A6EFEED9AA3}">
      <dgm:prSet/>
      <dgm:spPr/>
      <dgm:t>
        <a:bodyPr/>
        <a:lstStyle/>
        <a:p>
          <a:endParaRPr lang="en-IN"/>
        </a:p>
      </dgm:t>
    </dgm:pt>
    <dgm:pt modelId="{D5187DE4-9764-4DAA-8EB3-D697FFD361D3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AI Parser</a:t>
          </a:r>
        </a:p>
      </dgm:t>
    </dgm:pt>
    <dgm:pt modelId="{DD40283E-5A96-4D27-820B-83B3B33BA384}" type="parTrans" cxnId="{0AE187D6-FDC6-4893-9CEC-59C037FDEBF2}">
      <dgm:prSet/>
      <dgm:spPr/>
      <dgm:t>
        <a:bodyPr/>
        <a:lstStyle/>
        <a:p>
          <a:endParaRPr lang="en-IN"/>
        </a:p>
      </dgm:t>
    </dgm:pt>
    <dgm:pt modelId="{2EE5D4DA-488D-4118-988C-00589C767711}" type="sibTrans" cxnId="{0AE187D6-FDC6-4893-9CEC-59C037FDEBF2}">
      <dgm:prSet/>
      <dgm:spPr/>
      <dgm:t>
        <a:bodyPr/>
        <a:lstStyle/>
        <a:p>
          <a:endParaRPr lang="en-IN"/>
        </a:p>
      </dgm:t>
    </dgm:pt>
    <dgm:pt modelId="{3DAA6400-1A93-40A0-A4BE-4B498E091979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Semantic Clustering</a:t>
          </a:r>
        </a:p>
      </dgm:t>
    </dgm:pt>
    <dgm:pt modelId="{150F43E6-6146-4AD0-838C-7D52C0335C86}" type="parTrans" cxnId="{42BF28F1-8572-4050-AF84-36F24EF6B47B}">
      <dgm:prSet/>
      <dgm:spPr/>
      <dgm:t>
        <a:bodyPr/>
        <a:lstStyle/>
        <a:p>
          <a:endParaRPr lang="en-IN"/>
        </a:p>
      </dgm:t>
    </dgm:pt>
    <dgm:pt modelId="{C51736CD-4BA3-41B1-9D0B-EC23127CCF03}" type="sibTrans" cxnId="{42BF28F1-8572-4050-AF84-36F24EF6B47B}">
      <dgm:prSet/>
      <dgm:spPr/>
      <dgm:t>
        <a:bodyPr/>
        <a:lstStyle/>
        <a:p>
          <a:endParaRPr lang="en-IN"/>
        </a:p>
      </dgm:t>
    </dgm:pt>
    <dgm:pt modelId="{B206948C-A21C-4A04-B780-8DF3F8D28E94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Campaign Detection</a:t>
          </a:r>
        </a:p>
      </dgm:t>
    </dgm:pt>
    <dgm:pt modelId="{06DB8542-402F-4481-B957-6DB03FD1B6FE}" type="parTrans" cxnId="{58EAF3B6-AE3A-47BB-B1BC-32C110887B78}">
      <dgm:prSet/>
      <dgm:spPr/>
      <dgm:t>
        <a:bodyPr/>
        <a:lstStyle/>
        <a:p>
          <a:endParaRPr lang="en-IN"/>
        </a:p>
      </dgm:t>
    </dgm:pt>
    <dgm:pt modelId="{3030269E-5E06-428E-8FA1-37690CA2C7DC}" type="sibTrans" cxnId="{58EAF3B6-AE3A-47BB-B1BC-32C110887B78}">
      <dgm:prSet/>
      <dgm:spPr/>
      <dgm:t>
        <a:bodyPr/>
        <a:lstStyle/>
        <a:p>
          <a:endParaRPr lang="en-IN"/>
        </a:p>
      </dgm:t>
    </dgm:pt>
    <dgm:pt modelId="{AB25A468-B3AA-4530-A496-6D3DC20A8893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Public Data / Development Plans</a:t>
          </a:r>
        </a:p>
      </dgm:t>
    </dgm:pt>
    <dgm:pt modelId="{1CB46B77-2E03-442D-8E01-ADA6F6CE3A3D}" type="parTrans" cxnId="{F96DEE72-833A-46CE-8873-02EDE1795AAA}">
      <dgm:prSet/>
      <dgm:spPr/>
      <dgm:t>
        <a:bodyPr/>
        <a:lstStyle/>
        <a:p>
          <a:endParaRPr lang="en-IN"/>
        </a:p>
      </dgm:t>
    </dgm:pt>
    <dgm:pt modelId="{7FFBFAAC-A28D-4E55-A076-625BF0FE7B41}" type="sibTrans" cxnId="{F96DEE72-833A-46CE-8873-02EDE1795AAA}">
      <dgm:prSet/>
      <dgm:spPr/>
      <dgm:t>
        <a:bodyPr/>
        <a:lstStyle/>
        <a:p>
          <a:endParaRPr lang="en-IN"/>
        </a:p>
      </dgm:t>
    </dgm:pt>
    <dgm:pt modelId="{C4062AD7-AABD-47AC-9300-446E75057EC1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Priority Scoring Engine</a:t>
          </a:r>
        </a:p>
      </dgm:t>
    </dgm:pt>
    <dgm:pt modelId="{7E9F85C8-EE69-4397-B0C8-E307639EB110}" type="parTrans" cxnId="{28A11261-EBD8-4FF5-B515-91E12D32A91F}">
      <dgm:prSet/>
      <dgm:spPr/>
      <dgm:t>
        <a:bodyPr/>
        <a:lstStyle/>
        <a:p>
          <a:endParaRPr lang="en-IN"/>
        </a:p>
      </dgm:t>
    </dgm:pt>
    <dgm:pt modelId="{73A17630-ABAE-4C17-A5CC-AC54F990C800}" type="sibTrans" cxnId="{28A11261-EBD8-4FF5-B515-91E12D32A91F}">
      <dgm:prSet/>
      <dgm:spPr/>
      <dgm:t>
        <a:bodyPr/>
        <a:lstStyle/>
        <a:p>
          <a:endParaRPr lang="en-IN"/>
        </a:p>
      </dgm:t>
    </dgm:pt>
    <dgm:pt modelId="{3FE47566-9D21-4AE4-A757-3CD93116A7CD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Budget Optimization</a:t>
          </a:r>
        </a:p>
      </dgm:t>
    </dgm:pt>
    <dgm:pt modelId="{305A880C-F8B5-44C5-8FAA-8A61B714A9FB}" type="parTrans" cxnId="{C4E54030-8934-4EF7-A8F8-3F5CDF18F557}">
      <dgm:prSet/>
      <dgm:spPr/>
      <dgm:t>
        <a:bodyPr/>
        <a:lstStyle/>
        <a:p>
          <a:endParaRPr lang="en-IN"/>
        </a:p>
      </dgm:t>
    </dgm:pt>
    <dgm:pt modelId="{F05846B9-5360-42DC-B2AA-E2701B6F9FE3}" type="sibTrans" cxnId="{C4E54030-8934-4EF7-A8F8-3F5CDF18F557}">
      <dgm:prSet/>
      <dgm:spPr/>
      <dgm:t>
        <a:bodyPr/>
        <a:lstStyle/>
        <a:p>
          <a:endParaRPr lang="en-IN"/>
        </a:p>
      </dgm:t>
    </dgm:pt>
    <dgm:pt modelId="{A2801010-14AB-4C02-B009-8ADBCD88DDEF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MP Dashboard</a:t>
          </a:r>
        </a:p>
      </dgm:t>
    </dgm:pt>
    <dgm:pt modelId="{47DC631D-9DB6-4087-BBAB-313A2E9B8AEC}" type="parTrans" cxnId="{0B4F4BD8-C845-4102-9621-0CEB4ECEBDF9}">
      <dgm:prSet/>
      <dgm:spPr/>
      <dgm:t>
        <a:bodyPr/>
        <a:lstStyle/>
        <a:p>
          <a:endParaRPr lang="en-IN"/>
        </a:p>
      </dgm:t>
    </dgm:pt>
    <dgm:pt modelId="{73887B3C-1C0E-45B2-AB21-5845C4115868}" type="sibTrans" cxnId="{0B4F4BD8-C845-4102-9621-0CEB4ECEBDF9}">
      <dgm:prSet/>
      <dgm:spPr/>
      <dgm:t>
        <a:bodyPr/>
        <a:lstStyle/>
        <a:p>
          <a:endParaRPr lang="en-IN"/>
        </a:p>
      </dgm:t>
    </dgm:pt>
    <dgm:pt modelId="{A99CB89E-4B27-4B93-ABC1-D23C59997C8E}">
      <dgm:prSet phldrT="[Text]" custT="1"/>
      <dgm:spPr/>
      <dgm:t>
        <a:bodyPr/>
        <a:lstStyle/>
        <a:p>
          <a:pPr>
            <a:buNone/>
          </a:pPr>
          <a:r>
            <a:rPr lang="en-IN" sz="1400" b="1" dirty="0">
              <a:solidFill>
                <a:schemeClr val="tx1"/>
              </a:solidFill>
            </a:rPr>
            <a:t>Citizen Feedback Loop</a:t>
          </a:r>
        </a:p>
      </dgm:t>
    </dgm:pt>
    <dgm:pt modelId="{F2CDB214-0B47-4279-A70C-540A3704443D}" type="parTrans" cxnId="{EA9DC9D6-4013-4872-96DA-8AC99B6175EA}">
      <dgm:prSet/>
      <dgm:spPr/>
      <dgm:t>
        <a:bodyPr/>
        <a:lstStyle/>
        <a:p>
          <a:endParaRPr lang="en-IN"/>
        </a:p>
      </dgm:t>
    </dgm:pt>
    <dgm:pt modelId="{A670B021-AEDB-4F3C-8FF6-9740BC7047F3}" type="sibTrans" cxnId="{EA9DC9D6-4013-4872-96DA-8AC99B6175EA}">
      <dgm:prSet/>
      <dgm:spPr/>
      <dgm:t>
        <a:bodyPr/>
        <a:lstStyle/>
        <a:p>
          <a:endParaRPr lang="en-IN"/>
        </a:p>
      </dgm:t>
    </dgm:pt>
    <dgm:pt modelId="{FD0BE5F7-564F-4DC5-8A5D-ED2C14687858}" type="pres">
      <dgm:prSet presAssocID="{90938D2B-B35B-4838-9628-8DFB185C45AD}" presName="diagram" presStyleCnt="0">
        <dgm:presLayoutVars>
          <dgm:dir/>
          <dgm:resizeHandles/>
        </dgm:presLayoutVars>
      </dgm:prSet>
      <dgm:spPr/>
    </dgm:pt>
    <dgm:pt modelId="{3E2FA146-ECDD-486F-9C53-771FB6084776}" type="pres">
      <dgm:prSet presAssocID="{F655C7D3-2328-418F-86C0-776A38A061F9}" presName="firstNode" presStyleLbl="node1" presStyleIdx="0" presStyleCnt="11" custScaleX="194110" custScaleY="175156">
        <dgm:presLayoutVars>
          <dgm:bulletEnabled val="1"/>
        </dgm:presLayoutVars>
      </dgm:prSet>
      <dgm:spPr/>
    </dgm:pt>
    <dgm:pt modelId="{73E7145A-5464-42CF-AA32-A13DE55DB310}" type="pres">
      <dgm:prSet presAssocID="{F9B6AF63-9EA8-439E-84D1-339F2A34D32B}" presName="sibTrans" presStyleLbl="sibTrans2D1" presStyleIdx="0" presStyleCnt="10"/>
      <dgm:spPr/>
    </dgm:pt>
    <dgm:pt modelId="{C2F07409-A6C1-4D83-9E4A-BBED220311ED}" type="pres">
      <dgm:prSet presAssocID="{2F9D64B0-2DA5-4E07-92C3-C3C9DB8D0561}" presName="middleNode" presStyleCnt="0"/>
      <dgm:spPr/>
    </dgm:pt>
    <dgm:pt modelId="{417C6D03-BA1B-4D89-9005-649942BA48A8}" type="pres">
      <dgm:prSet presAssocID="{2F9D64B0-2DA5-4E07-92C3-C3C9DB8D0561}" presName="padding" presStyleLbl="node1" presStyleIdx="0" presStyleCnt="11"/>
      <dgm:spPr/>
    </dgm:pt>
    <dgm:pt modelId="{911467F8-58DB-480E-A9ED-1FCD2A93209A}" type="pres">
      <dgm:prSet presAssocID="{2F9D64B0-2DA5-4E07-92C3-C3C9DB8D0561}" presName="shape" presStyleLbl="node1" presStyleIdx="1" presStyleCnt="11" custScaleX="194110" custScaleY="175156">
        <dgm:presLayoutVars>
          <dgm:bulletEnabled val="1"/>
        </dgm:presLayoutVars>
      </dgm:prSet>
      <dgm:spPr/>
    </dgm:pt>
    <dgm:pt modelId="{3850E364-7F2E-4FB8-953E-3EE16928B081}" type="pres">
      <dgm:prSet presAssocID="{C1FAE9F3-69CC-4676-813F-51D30950390F}" presName="sibTrans" presStyleLbl="sibTrans2D1" presStyleIdx="1" presStyleCnt="10"/>
      <dgm:spPr/>
    </dgm:pt>
    <dgm:pt modelId="{317D6559-B832-40B4-B36E-FD8D4314B1BA}" type="pres">
      <dgm:prSet presAssocID="{E9A3E169-FF8E-4A22-8B37-2DF44E5C9F65}" presName="middleNode" presStyleCnt="0"/>
      <dgm:spPr/>
    </dgm:pt>
    <dgm:pt modelId="{5D95378C-888F-4618-961F-B7EA0BAE396D}" type="pres">
      <dgm:prSet presAssocID="{E9A3E169-FF8E-4A22-8B37-2DF44E5C9F65}" presName="padding" presStyleLbl="node1" presStyleIdx="1" presStyleCnt="11"/>
      <dgm:spPr/>
    </dgm:pt>
    <dgm:pt modelId="{2397A193-E360-4881-8F1A-6B2CD8604AFC}" type="pres">
      <dgm:prSet presAssocID="{E9A3E169-FF8E-4A22-8B37-2DF44E5C9F65}" presName="shape" presStyleLbl="node1" presStyleIdx="2" presStyleCnt="11" custScaleX="194110" custScaleY="175156">
        <dgm:presLayoutVars>
          <dgm:bulletEnabled val="1"/>
        </dgm:presLayoutVars>
      </dgm:prSet>
      <dgm:spPr/>
    </dgm:pt>
    <dgm:pt modelId="{F63DDEF4-FF37-4874-80E4-A22561568F00}" type="pres">
      <dgm:prSet presAssocID="{8307B908-F9D3-408F-8CEB-8FF879A4FF10}" presName="sibTrans" presStyleLbl="sibTrans2D1" presStyleIdx="2" presStyleCnt="10"/>
      <dgm:spPr/>
    </dgm:pt>
    <dgm:pt modelId="{5229DEA3-CF76-4204-B12F-B9B284BCF216}" type="pres">
      <dgm:prSet presAssocID="{D5187DE4-9764-4DAA-8EB3-D697FFD361D3}" presName="middleNode" presStyleCnt="0"/>
      <dgm:spPr/>
    </dgm:pt>
    <dgm:pt modelId="{54715B0E-F398-497D-A501-4226C2D3FCB8}" type="pres">
      <dgm:prSet presAssocID="{D5187DE4-9764-4DAA-8EB3-D697FFD361D3}" presName="padding" presStyleLbl="node1" presStyleIdx="2" presStyleCnt="11"/>
      <dgm:spPr/>
    </dgm:pt>
    <dgm:pt modelId="{F9667FF1-3BAE-4055-8E7E-07201016AA48}" type="pres">
      <dgm:prSet presAssocID="{D5187DE4-9764-4DAA-8EB3-D697FFD361D3}" presName="shape" presStyleLbl="node1" presStyleIdx="3" presStyleCnt="11" custScaleX="194110" custScaleY="175156">
        <dgm:presLayoutVars>
          <dgm:bulletEnabled val="1"/>
        </dgm:presLayoutVars>
      </dgm:prSet>
      <dgm:spPr/>
    </dgm:pt>
    <dgm:pt modelId="{F2EB8C42-E897-488B-9170-46335B2CCB60}" type="pres">
      <dgm:prSet presAssocID="{2EE5D4DA-488D-4118-988C-00589C767711}" presName="sibTrans" presStyleLbl="sibTrans2D1" presStyleIdx="3" presStyleCnt="10"/>
      <dgm:spPr/>
    </dgm:pt>
    <dgm:pt modelId="{0EB88368-A03C-4B02-B614-23C8AE891B03}" type="pres">
      <dgm:prSet presAssocID="{3DAA6400-1A93-40A0-A4BE-4B498E091979}" presName="middleNode" presStyleCnt="0"/>
      <dgm:spPr/>
    </dgm:pt>
    <dgm:pt modelId="{E24BE014-E9D2-4227-BAB6-B722733F9756}" type="pres">
      <dgm:prSet presAssocID="{3DAA6400-1A93-40A0-A4BE-4B498E091979}" presName="padding" presStyleLbl="node1" presStyleIdx="3" presStyleCnt="11"/>
      <dgm:spPr/>
    </dgm:pt>
    <dgm:pt modelId="{9980A2CF-AC75-4F29-8F53-8F612C1FC7CF}" type="pres">
      <dgm:prSet presAssocID="{3DAA6400-1A93-40A0-A4BE-4B498E091979}" presName="shape" presStyleLbl="node1" presStyleIdx="4" presStyleCnt="11" custScaleX="194110" custScaleY="175156">
        <dgm:presLayoutVars>
          <dgm:bulletEnabled val="1"/>
        </dgm:presLayoutVars>
      </dgm:prSet>
      <dgm:spPr/>
    </dgm:pt>
    <dgm:pt modelId="{841611EF-A1E0-47F8-81BF-67635899F7B7}" type="pres">
      <dgm:prSet presAssocID="{C51736CD-4BA3-41B1-9D0B-EC23127CCF03}" presName="sibTrans" presStyleLbl="sibTrans2D1" presStyleIdx="4" presStyleCnt="10"/>
      <dgm:spPr/>
    </dgm:pt>
    <dgm:pt modelId="{CAAC5D5A-549F-4D27-B616-C1B2B2D39FE3}" type="pres">
      <dgm:prSet presAssocID="{B206948C-A21C-4A04-B780-8DF3F8D28E94}" presName="middleNode" presStyleCnt="0"/>
      <dgm:spPr/>
    </dgm:pt>
    <dgm:pt modelId="{6B5C3110-7990-4788-9B67-522C2A42987C}" type="pres">
      <dgm:prSet presAssocID="{B206948C-A21C-4A04-B780-8DF3F8D28E94}" presName="padding" presStyleLbl="node1" presStyleIdx="4" presStyleCnt="11"/>
      <dgm:spPr/>
    </dgm:pt>
    <dgm:pt modelId="{3797AA4D-0ED0-4BED-99CC-964FA8F9E5FC}" type="pres">
      <dgm:prSet presAssocID="{B206948C-A21C-4A04-B780-8DF3F8D28E94}" presName="shape" presStyleLbl="node1" presStyleIdx="5" presStyleCnt="11" custScaleX="194110" custScaleY="175156">
        <dgm:presLayoutVars>
          <dgm:bulletEnabled val="1"/>
        </dgm:presLayoutVars>
      </dgm:prSet>
      <dgm:spPr/>
    </dgm:pt>
    <dgm:pt modelId="{0FA7EED9-C3AD-40C7-A4B8-5FCF0D7913B5}" type="pres">
      <dgm:prSet presAssocID="{3030269E-5E06-428E-8FA1-37690CA2C7DC}" presName="sibTrans" presStyleLbl="sibTrans2D1" presStyleIdx="5" presStyleCnt="10"/>
      <dgm:spPr/>
    </dgm:pt>
    <dgm:pt modelId="{029EFFC1-DE76-42DA-994B-1119F6B26CE9}" type="pres">
      <dgm:prSet presAssocID="{AB25A468-B3AA-4530-A496-6D3DC20A8893}" presName="middleNode" presStyleCnt="0"/>
      <dgm:spPr/>
    </dgm:pt>
    <dgm:pt modelId="{462624A8-1C36-4346-A6AA-FEE9FE65BEED}" type="pres">
      <dgm:prSet presAssocID="{AB25A468-B3AA-4530-A496-6D3DC20A8893}" presName="padding" presStyleLbl="node1" presStyleIdx="5" presStyleCnt="11"/>
      <dgm:spPr/>
    </dgm:pt>
    <dgm:pt modelId="{1F595C3E-A2E6-4286-8FD8-472E175BE701}" type="pres">
      <dgm:prSet presAssocID="{AB25A468-B3AA-4530-A496-6D3DC20A8893}" presName="shape" presStyleLbl="node1" presStyleIdx="6" presStyleCnt="11" custScaleX="194110" custScaleY="175156">
        <dgm:presLayoutVars>
          <dgm:bulletEnabled val="1"/>
        </dgm:presLayoutVars>
      </dgm:prSet>
      <dgm:spPr/>
    </dgm:pt>
    <dgm:pt modelId="{FC014A95-4011-4B89-9A66-26D515D996AA}" type="pres">
      <dgm:prSet presAssocID="{7FFBFAAC-A28D-4E55-A076-625BF0FE7B41}" presName="sibTrans" presStyleLbl="sibTrans2D1" presStyleIdx="6" presStyleCnt="10"/>
      <dgm:spPr/>
    </dgm:pt>
    <dgm:pt modelId="{906CF245-5888-4BAA-80C9-98C474CF3BBB}" type="pres">
      <dgm:prSet presAssocID="{C4062AD7-AABD-47AC-9300-446E75057EC1}" presName="middleNode" presStyleCnt="0"/>
      <dgm:spPr/>
    </dgm:pt>
    <dgm:pt modelId="{078D126C-FC5F-4690-9247-66FF5A546354}" type="pres">
      <dgm:prSet presAssocID="{C4062AD7-AABD-47AC-9300-446E75057EC1}" presName="padding" presStyleLbl="node1" presStyleIdx="6" presStyleCnt="11"/>
      <dgm:spPr/>
    </dgm:pt>
    <dgm:pt modelId="{9B106E17-A73E-4C0C-B89D-509A1FEA00CE}" type="pres">
      <dgm:prSet presAssocID="{C4062AD7-AABD-47AC-9300-446E75057EC1}" presName="shape" presStyleLbl="node1" presStyleIdx="7" presStyleCnt="11" custScaleX="194110" custScaleY="175156">
        <dgm:presLayoutVars>
          <dgm:bulletEnabled val="1"/>
        </dgm:presLayoutVars>
      </dgm:prSet>
      <dgm:spPr/>
    </dgm:pt>
    <dgm:pt modelId="{EFF330CC-9351-463D-B90F-62CB2A32E85F}" type="pres">
      <dgm:prSet presAssocID="{73A17630-ABAE-4C17-A5CC-AC54F990C800}" presName="sibTrans" presStyleLbl="sibTrans2D1" presStyleIdx="7" presStyleCnt="10"/>
      <dgm:spPr/>
    </dgm:pt>
    <dgm:pt modelId="{074072A4-3CC6-409E-BF48-AE9AE3D9F0E1}" type="pres">
      <dgm:prSet presAssocID="{3FE47566-9D21-4AE4-A757-3CD93116A7CD}" presName="middleNode" presStyleCnt="0"/>
      <dgm:spPr/>
    </dgm:pt>
    <dgm:pt modelId="{D3E341ED-0A2B-436C-927E-DB94FCC25ADC}" type="pres">
      <dgm:prSet presAssocID="{3FE47566-9D21-4AE4-A757-3CD93116A7CD}" presName="padding" presStyleLbl="node1" presStyleIdx="7" presStyleCnt="11"/>
      <dgm:spPr/>
    </dgm:pt>
    <dgm:pt modelId="{03FCACC7-4908-4794-A69F-EE8AA0B3AD7C}" type="pres">
      <dgm:prSet presAssocID="{3FE47566-9D21-4AE4-A757-3CD93116A7CD}" presName="shape" presStyleLbl="node1" presStyleIdx="8" presStyleCnt="11" custScaleX="194110" custScaleY="175156">
        <dgm:presLayoutVars>
          <dgm:bulletEnabled val="1"/>
        </dgm:presLayoutVars>
      </dgm:prSet>
      <dgm:spPr/>
    </dgm:pt>
    <dgm:pt modelId="{BDA6CBED-42C1-4EED-9F5B-90D69AC6AE79}" type="pres">
      <dgm:prSet presAssocID="{F05846B9-5360-42DC-B2AA-E2701B6F9FE3}" presName="sibTrans" presStyleLbl="sibTrans2D1" presStyleIdx="8" presStyleCnt="10"/>
      <dgm:spPr/>
    </dgm:pt>
    <dgm:pt modelId="{AA1AED7C-50BE-4029-A50C-2B64040B7C1A}" type="pres">
      <dgm:prSet presAssocID="{A2801010-14AB-4C02-B009-8ADBCD88DDEF}" presName="middleNode" presStyleCnt="0"/>
      <dgm:spPr/>
    </dgm:pt>
    <dgm:pt modelId="{78F891ED-3D20-4ADE-A137-2FBC7F2A5A0B}" type="pres">
      <dgm:prSet presAssocID="{A2801010-14AB-4C02-B009-8ADBCD88DDEF}" presName="padding" presStyleLbl="node1" presStyleIdx="8" presStyleCnt="11"/>
      <dgm:spPr/>
    </dgm:pt>
    <dgm:pt modelId="{44B8C540-2D49-4CEA-8126-01593E245C10}" type="pres">
      <dgm:prSet presAssocID="{A2801010-14AB-4C02-B009-8ADBCD88DDEF}" presName="shape" presStyleLbl="node1" presStyleIdx="9" presStyleCnt="11" custScaleX="194110" custScaleY="175156">
        <dgm:presLayoutVars>
          <dgm:bulletEnabled val="1"/>
        </dgm:presLayoutVars>
      </dgm:prSet>
      <dgm:spPr/>
    </dgm:pt>
    <dgm:pt modelId="{3021893F-3634-4475-BA63-F4EF0E9F8927}" type="pres">
      <dgm:prSet presAssocID="{73887B3C-1C0E-45B2-AB21-5845C4115868}" presName="sibTrans" presStyleLbl="sibTrans2D1" presStyleIdx="9" presStyleCnt="10"/>
      <dgm:spPr/>
    </dgm:pt>
    <dgm:pt modelId="{2E07418A-1B0F-4ABF-9984-7AF111B8B9A6}" type="pres">
      <dgm:prSet presAssocID="{A99CB89E-4B27-4B93-ABC1-D23C59997C8E}" presName="lastNode" presStyleLbl="node1" presStyleIdx="10" presStyleCnt="11" custScaleX="194110" custScaleY="175156">
        <dgm:presLayoutVars>
          <dgm:bulletEnabled val="1"/>
        </dgm:presLayoutVars>
      </dgm:prSet>
      <dgm:spPr/>
    </dgm:pt>
  </dgm:ptLst>
  <dgm:cxnLst>
    <dgm:cxn modelId="{0C69E009-C096-4DB9-B24A-1BE1CC37DC0D}" type="presOf" srcId="{3FE47566-9D21-4AE4-A757-3CD93116A7CD}" destId="{03FCACC7-4908-4794-A69F-EE8AA0B3AD7C}" srcOrd="0" destOrd="0" presId="urn:microsoft.com/office/officeart/2005/8/layout/bProcess2"/>
    <dgm:cxn modelId="{CF8CFB0D-F2B9-447D-A6A2-881D9A24A142}" type="presOf" srcId="{90938D2B-B35B-4838-9628-8DFB185C45AD}" destId="{FD0BE5F7-564F-4DC5-8A5D-ED2C14687858}" srcOrd="0" destOrd="0" presId="urn:microsoft.com/office/officeart/2005/8/layout/bProcess2"/>
    <dgm:cxn modelId="{EAD6D41D-147A-40A5-8FD1-F2E0BAC19948}" type="presOf" srcId="{C51736CD-4BA3-41B1-9D0B-EC23127CCF03}" destId="{841611EF-A1E0-47F8-81BF-67635899F7B7}" srcOrd="0" destOrd="0" presId="urn:microsoft.com/office/officeart/2005/8/layout/bProcess2"/>
    <dgm:cxn modelId="{F0EAFA2F-46E7-48F4-87EC-F50F71492554}" type="presOf" srcId="{A99CB89E-4B27-4B93-ABC1-D23C59997C8E}" destId="{2E07418A-1B0F-4ABF-9984-7AF111B8B9A6}" srcOrd="0" destOrd="0" presId="urn:microsoft.com/office/officeart/2005/8/layout/bProcess2"/>
    <dgm:cxn modelId="{C4E54030-8934-4EF7-A8F8-3F5CDF18F557}" srcId="{90938D2B-B35B-4838-9628-8DFB185C45AD}" destId="{3FE47566-9D21-4AE4-A757-3CD93116A7CD}" srcOrd="8" destOrd="0" parTransId="{305A880C-F8B5-44C5-8FAA-8A61B714A9FB}" sibTransId="{F05846B9-5360-42DC-B2AA-E2701B6F9FE3}"/>
    <dgm:cxn modelId="{E6C8083F-0BC3-47E3-AD72-8064D6C05DF6}" type="presOf" srcId="{C4062AD7-AABD-47AC-9300-446E75057EC1}" destId="{9B106E17-A73E-4C0C-B89D-509A1FEA00CE}" srcOrd="0" destOrd="0" presId="urn:microsoft.com/office/officeart/2005/8/layout/bProcess2"/>
    <dgm:cxn modelId="{73F27C40-0638-4E3A-BDFD-8C69342B67A2}" type="presOf" srcId="{D5187DE4-9764-4DAA-8EB3-D697FFD361D3}" destId="{F9667FF1-3BAE-4055-8E7E-07201016AA48}" srcOrd="0" destOrd="0" presId="urn:microsoft.com/office/officeart/2005/8/layout/bProcess2"/>
    <dgm:cxn modelId="{28A11261-EBD8-4FF5-B515-91E12D32A91F}" srcId="{90938D2B-B35B-4838-9628-8DFB185C45AD}" destId="{C4062AD7-AABD-47AC-9300-446E75057EC1}" srcOrd="7" destOrd="0" parTransId="{7E9F85C8-EE69-4397-B0C8-E307639EB110}" sibTransId="{73A17630-ABAE-4C17-A5CC-AC54F990C800}"/>
    <dgm:cxn modelId="{3E3EDE45-CEF3-4431-8FCF-BF6A9417DC9C}" type="presOf" srcId="{7FFBFAAC-A28D-4E55-A076-625BF0FE7B41}" destId="{FC014A95-4011-4B89-9A66-26D515D996AA}" srcOrd="0" destOrd="0" presId="urn:microsoft.com/office/officeart/2005/8/layout/bProcess2"/>
    <dgm:cxn modelId="{666FAA47-4471-4A00-8A36-36DED1AA0B61}" type="presOf" srcId="{2EE5D4DA-488D-4118-988C-00589C767711}" destId="{F2EB8C42-E897-488B-9170-46335B2CCB60}" srcOrd="0" destOrd="0" presId="urn:microsoft.com/office/officeart/2005/8/layout/bProcess2"/>
    <dgm:cxn modelId="{584BE56A-C7BC-49AF-895F-5F44F924326F}" type="presOf" srcId="{B206948C-A21C-4A04-B780-8DF3F8D28E94}" destId="{3797AA4D-0ED0-4BED-99CC-964FA8F9E5FC}" srcOrd="0" destOrd="0" presId="urn:microsoft.com/office/officeart/2005/8/layout/bProcess2"/>
    <dgm:cxn modelId="{D232594C-829A-4DC9-BE41-A365BB4ADD8D}" type="presOf" srcId="{F9B6AF63-9EA8-439E-84D1-339F2A34D32B}" destId="{73E7145A-5464-42CF-AA32-A13DE55DB310}" srcOrd="0" destOrd="0" presId="urn:microsoft.com/office/officeart/2005/8/layout/bProcess2"/>
    <dgm:cxn modelId="{F96DEE72-833A-46CE-8873-02EDE1795AAA}" srcId="{90938D2B-B35B-4838-9628-8DFB185C45AD}" destId="{AB25A468-B3AA-4530-A496-6D3DC20A8893}" srcOrd="6" destOrd="0" parTransId="{1CB46B77-2E03-442D-8E01-ADA6F6CE3A3D}" sibTransId="{7FFBFAAC-A28D-4E55-A076-625BF0FE7B41}"/>
    <dgm:cxn modelId="{6C369A77-050A-44C6-8A3D-896110BC9445}" type="presOf" srcId="{3030269E-5E06-428E-8FA1-37690CA2C7DC}" destId="{0FA7EED9-C3AD-40C7-A4B8-5FCF0D7913B5}" srcOrd="0" destOrd="0" presId="urn:microsoft.com/office/officeart/2005/8/layout/bProcess2"/>
    <dgm:cxn modelId="{4D38B27A-FC51-4DE6-8DFD-96E685449B58}" type="presOf" srcId="{A2801010-14AB-4C02-B009-8ADBCD88DDEF}" destId="{44B8C540-2D49-4CEA-8126-01593E245C10}" srcOrd="0" destOrd="0" presId="urn:microsoft.com/office/officeart/2005/8/layout/bProcess2"/>
    <dgm:cxn modelId="{9B98CF89-38F4-4DCD-BD54-9A6EFEED9AA3}" srcId="{90938D2B-B35B-4838-9628-8DFB185C45AD}" destId="{E9A3E169-FF8E-4A22-8B37-2DF44E5C9F65}" srcOrd="2" destOrd="0" parTransId="{723D61B3-4A4E-4DAA-A0A7-CCD48D876DA9}" sibTransId="{8307B908-F9D3-408F-8CEB-8FF879A4FF10}"/>
    <dgm:cxn modelId="{FF67A692-21E1-447E-B272-B252575CA1B7}" type="presOf" srcId="{8307B908-F9D3-408F-8CEB-8FF879A4FF10}" destId="{F63DDEF4-FF37-4874-80E4-A22561568F00}" srcOrd="0" destOrd="0" presId="urn:microsoft.com/office/officeart/2005/8/layout/bProcess2"/>
    <dgm:cxn modelId="{1CF0ED93-052B-46FE-8002-DD9B7C488AB5}" type="presOf" srcId="{C1FAE9F3-69CC-4676-813F-51D30950390F}" destId="{3850E364-7F2E-4FB8-953E-3EE16928B081}" srcOrd="0" destOrd="0" presId="urn:microsoft.com/office/officeart/2005/8/layout/bProcess2"/>
    <dgm:cxn modelId="{C0F5DF94-69A5-428F-85DD-C54D9B4276C2}" type="presOf" srcId="{73A17630-ABAE-4C17-A5CC-AC54F990C800}" destId="{EFF330CC-9351-463D-B90F-62CB2A32E85F}" srcOrd="0" destOrd="0" presId="urn:microsoft.com/office/officeart/2005/8/layout/bProcess2"/>
    <dgm:cxn modelId="{83CA7B95-0FAC-492C-B6B5-DCDC350D4F06}" type="presOf" srcId="{3DAA6400-1A93-40A0-A4BE-4B498E091979}" destId="{9980A2CF-AC75-4F29-8F53-8F612C1FC7CF}" srcOrd="0" destOrd="0" presId="urn:microsoft.com/office/officeart/2005/8/layout/bProcess2"/>
    <dgm:cxn modelId="{B482549D-9227-42E1-8A29-8885A6FF7ED3}" type="presOf" srcId="{E9A3E169-FF8E-4A22-8B37-2DF44E5C9F65}" destId="{2397A193-E360-4881-8F1A-6B2CD8604AFC}" srcOrd="0" destOrd="0" presId="urn:microsoft.com/office/officeart/2005/8/layout/bProcess2"/>
    <dgm:cxn modelId="{867423A3-51BE-422B-A301-D1180AB3A02B}" srcId="{90938D2B-B35B-4838-9628-8DFB185C45AD}" destId="{F655C7D3-2328-418F-86C0-776A38A061F9}" srcOrd="0" destOrd="0" parTransId="{B2F6644A-1299-4766-9724-80C2ABFD5978}" sibTransId="{F9B6AF63-9EA8-439E-84D1-339F2A34D32B}"/>
    <dgm:cxn modelId="{8A6F8BAD-A8BB-4E2E-9CD7-6F5864484980}" type="presOf" srcId="{F655C7D3-2328-418F-86C0-776A38A061F9}" destId="{3E2FA146-ECDD-486F-9C53-771FB6084776}" srcOrd="0" destOrd="0" presId="urn:microsoft.com/office/officeart/2005/8/layout/bProcess2"/>
    <dgm:cxn modelId="{97A5E1B5-0714-4D0E-A129-E0662F375B54}" type="presOf" srcId="{F05846B9-5360-42DC-B2AA-E2701B6F9FE3}" destId="{BDA6CBED-42C1-4EED-9F5B-90D69AC6AE79}" srcOrd="0" destOrd="0" presId="urn:microsoft.com/office/officeart/2005/8/layout/bProcess2"/>
    <dgm:cxn modelId="{55954EB6-CE2B-4819-9F52-95960C7C12CB}" type="presOf" srcId="{73887B3C-1C0E-45B2-AB21-5845C4115868}" destId="{3021893F-3634-4475-BA63-F4EF0E9F8927}" srcOrd="0" destOrd="0" presId="urn:microsoft.com/office/officeart/2005/8/layout/bProcess2"/>
    <dgm:cxn modelId="{58EAF3B6-AE3A-47BB-B1BC-32C110887B78}" srcId="{90938D2B-B35B-4838-9628-8DFB185C45AD}" destId="{B206948C-A21C-4A04-B780-8DF3F8D28E94}" srcOrd="5" destOrd="0" parTransId="{06DB8542-402F-4481-B957-6DB03FD1B6FE}" sibTransId="{3030269E-5E06-428E-8FA1-37690CA2C7DC}"/>
    <dgm:cxn modelId="{092719B9-9FA8-4476-B8CB-45AAF0693721}" type="presOf" srcId="{2F9D64B0-2DA5-4E07-92C3-C3C9DB8D0561}" destId="{911467F8-58DB-480E-A9ED-1FCD2A93209A}" srcOrd="0" destOrd="0" presId="urn:microsoft.com/office/officeart/2005/8/layout/bProcess2"/>
    <dgm:cxn modelId="{AF1DAFBC-E55D-48EB-A8E8-8F9FA9342BF4}" srcId="{90938D2B-B35B-4838-9628-8DFB185C45AD}" destId="{2F9D64B0-2DA5-4E07-92C3-C3C9DB8D0561}" srcOrd="1" destOrd="0" parTransId="{AD723318-3EE4-40E5-AEC5-56D31CAD8BA9}" sibTransId="{C1FAE9F3-69CC-4676-813F-51D30950390F}"/>
    <dgm:cxn modelId="{0AE187D6-FDC6-4893-9CEC-59C037FDEBF2}" srcId="{90938D2B-B35B-4838-9628-8DFB185C45AD}" destId="{D5187DE4-9764-4DAA-8EB3-D697FFD361D3}" srcOrd="3" destOrd="0" parTransId="{DD40283E-5A96-4D27-820B-83B3B33BA384}" sibTransId="{2EE5D4DA-488D-4118-988C-00589C767711}"/>
    <dgm:cxn modelId="{EA9DC9D6-4013-4872-96DA-8AC99B6175EA}" srcId="{90938D2B-B35B-4838-9628-8DFB185C45AD}" destId="{A99CB89E-4B27-4B93-ABC1-D23C59997C8E}" srcOrd="10" destOrd="0" parTransId="{F2CDB214-0B47-4279-A70C-540A3704443D}" sibTransId="{A670B021-AEDB-4F3C-8FF6-9740BC7047F3}"/>
    <dgm:cxn modelId="{0B4F4BD8-C845-4102-9621-0CEB4ECEBDF9}" srcId="{90938D2B-B35B-4838-9628-8DFB185C45AD}" destId="{A2801010-14AB-4C02-B009-8ADBCD88DDEF}" srcOrd="9" destOrd="0" parTransId="{47DC631D-9DB6-4087-BBAB-313A2E9B8AEC}" sibTransId="{73887B3C-1C0E-45B2-AB21-5845C4115868}"/>
    <dgm:cxn modelId="{42BF28F1-8572-4050-AF84-36F24EF6B47B}" srcId="{90938D2B-B35B-4838-9628-8DFB185C45AD}" destId="{3DAA6400-1A93-40A0-A4BE-4B498E091979}" srcOrd="4" destOrd="0" parTransId="{150F43E6-6146-4AD0-838C-7D52C0335C86}" sibTransId="{C51736CD-4BA3-41B1-9D0B-EC23127CCF03}"/>
    <dgm:cxn modelId="{69149BFE-E2F5-4160-8A8A-F1903AF39394}" type="presOf" srcId="{AB25A468-B3AA-4530-A496-6D3DC20A8893}" destId="{1F595C3E-A2E6-4286-8FD8-472E175BE701}" srcOrd="0" destOrd="0" presId="urn:microsoft.com/office/officeart/2005/8/layout/bProcess2"/>
    <dgm:cxn modelId="{E679A1A9-020A-495D-8AA6-5483EB76E343}" type="presParOf" srcId="{FD0BE5F7-564F-4DC5-8A5D-ED2C14687858}" destId="{3E2FA146-ECDD-486F-9C53-771FB6084776}" srcOrd="0" destOrd="0" presId="urn:microsoft.com/office/officeart/2005/8/layout/bProcess2"/>
    <dgm:cxn modelId="{260A28E6-253E-4A26-ABAD-F97AFB781313}" type="presParOf" srcId="{FD0BE5F7-564F-4DC5-8A5D-ED2C14687858}" destId="{73E7145A-5464-42CF-AA32-A13DE55DB310}" srcOrd="1" destOrd="0" presId="urn:microsoft.com/office/officeart/2005/8/layout/bProcess2"/>
    <dgm:cxn modelId="{1CF417D1-7BBD-42FB-AA51-E35BC03641B6}" type="presParOf" srcId="{FD0BE5F7-564F-4DC5-8A5D-ED2C14687858}" destId="{C2F07409-A6C1-4D83-9E4A-BBED220311ED}" srcOrd="2" destOrd="0" presId="urn:microsoft.com/office/officeart/2005/8/layout/bProcess2"/>
    <dgm:cxn modelId="{A305055C-CC31-47C5-A9DA-0C438A1DE803}" type="presParOf" srcId="{C2F07409-A6C1-4D83-9E4A-BBED220311ED}" destId="{417C6D03-BA1B-4D89-9005-649942BA48A8}" srcOrd="0" destOrd="0" presId="urn:microsoft.com/office/officeart/2005/8/layout/bProcess2"/>
    <dgm:cxn modelId="{742752B7-0BDC-4BB7-9A86-96378A8D90D5}" type="presParOf" srcId="{C2F07409-A6C1-4D83-9E4A-BBED220311ED}" destId="{911467F8-58DB-480E-A9ED-1FCD2A93209A}" srcOrd="1" destOrd="0" presId="urn:microsoft.com/office/officeart/2005/8/layout/bProcess2"/>
    <dgm:cxn modelId="{5F28BED0-D121-47EC-B9FA-6833CE8BC602}" type="presParOf" srcId="{FD0BE5F7-564F-4DC5-8A5D-ED2C14687858}" destId="{3850E364-7F2E-4FB8-953E-3EE16928B081}" srcOrd="3" destOrd="0" presId="urn:microsoft.com/office/officeart/2005/8/layout/bProcess2"/>
    <dgm:cxn modelId="{1F978D13-FAF7-4DF5-A4EF-B2600C418F24}" type="presParOf" srcId="{FD0BE5F7-564F-4DC5-8A5D-ED2C14687858}" destId="{317D6559-B832-40B4-B36E-FD8D4314B1BA}" srcOrd="4" destOrd="0" presId="urn:microsoft.com/office/officeart/2005/8/layout/bProcess2"/>
    <dgm:cxn modelId="{B33C0DAE-823B-4AA6-B31B-3EF9F9621C18}" type="presParOf" srcId="{317D6559-B832-40B4-B36E-FD8D4314B1BA}" destId="{5D95378C-888F-4618-961F-B7EA0BAE396D}" srcOrd="0" destOrd="0" presId="urn:microsoft.com/office/officeart/2005/8/layout/bProcess2"/>
    <dgm:cxn modelId="{2D1F4AF1-34AB-4F98-882E-962A86F0851F}" type="presParOf" srcId="{317D6559-B832-40B4-B36E-FD8D4314B1BA}" destId="{2397A193-E360-4881-8F1A-6B2CD8604AFC}" srcOrd="1" destOrd="0" presId="urn:microsoft.com/office/officeart/2005/8/layout/bProcess2"/>
    <dgm:cxn modelId="{584A9664-0746-42F0-B25E-84735A9A7FBF}" type="presParOf" srcId="{FD0BE5F7-564F-4DC5-8A5D-ED2C14687858}" destId="{F63DDEF4-FF37-4874-80E4-A22561568F00}" srcOrd="5" destOrd="0" presId="urn:microsoft.com/office/officeart/2005/8/layout/bProcess2"/>
    <dgm:cxn modelId="{10B30482-0D43-44BB-869F-BA09C0590C5F}" type="presParOf" srcId="{FD0BE5F7-564F-4DC5-8A5D-ED2C14687858}" destId="{5229DEA3-CF76-4204-B12F-B9B284BCF216}" srcOrd="6" destOrd="0" presId="urn:microsoft.com/office/officeart/2005/8/layout/bProcess2"/>
    <dgm:cxn modelId="{9C086D83-05F3-460E-94B7-8280ACB15860}" type="presParOf" srcId="{5229DEA3-CF76-4204-B12F-B9B284BCF216}" destId="{54715B0E-F398-497D-A501-4226C2D3FCB8}" srcOrd="0" destOrd="0" presId="urn:microsoft.com/office/officeart/2005/8/layout/bProcess2"/>
    <dgm:cxn modelId="{C42B2334-89D7-483E-B0DB-F02C02C07F23}" type="presParOf" srcId="{5229DEA3-CF76-4204-B12F-B9B284BCF216}" destId="{F9667FF1-3BAE-4055-8E7E-07201016AA48}" srcOrd="1" destOrd="0" presId="urn:microsoft.com/office/officeart/2005/8/layout/bProcess2"/>
    <dgm:cxn modelId="{17F4FD4D-CAB5-40E1-8B7C-DCA40EB3EFE3}" type="presParOf" srcId="{FD0BE5F7-564F-4DC5-8A5D-ED2C14687858}" destId="{F2EB8C42-E897-488B-9170-46335B2CCB60}" srcOrd="7" destOrd="0" presId="urn:microsoft.com/office/officeart/2005/8/layout/bProcess2"/>
    <dgm:cxn modelId="{630DAB66-D56B-4394-9FD3-D65F7AF7BFB0}" type="presParOf" srcId="{FD0BE5F7-564F-4DC5-8A5D-ED2C14687858}" destId="{0EB88368-A03C-4B02-B614-23C8AE891B03}" srcOrd="8" destOrd="0" presId="urn:microsoft.com/office/officeart/2005/8/layout/bProcess2"/>
    <dgm:cxn modelId="{E0E71757-B32D-4528-8658-F05174FDDC5C}" type="presParOf" srcId="{0EB88368-A03C-4B02-B614-23C8AE891B03}" destId="{E24BE014-E9D2-4227-BAB6-B722733F9756}" srcOrd="0" destOrd="0" presId="urn:microsoft.com/office/officeart/2005/8/layout/bProcess2"/>
    <dgm:cxn modelId="{9A42D397-590A-4DCA-A7EA-DA36226EB713}" type="presParOf" srcId="{0EB88368-A03C-4B02-B614-23C8AE891B03}" destId="{9980A2CF-AC75-4F29-8F53-8F612C1FC7CF}" srcOrd="1" destOrd="0" presId="urn:microsoft.com/office/officeart/2005/8/layout/bProcess2"/>
    <dgm:cxn modelId="{C5C68440-D7E6-4FBD-AAEF-5526174E4EA0}" type="presParOf" srcId="{FD0BE5F7-564F-4DC5-8A5D-ED2C14687858}" destId="{841611EF-A1E0-47F8-81BF-67635899F7B7}" srcOrd="9" destOrd="0" presId="urn:microsoft.com/office/officeart/2005/8/layout/bProcess2"/>
    <dgm:cxn modelId="{A5B2E68F-3344-4381-BD9B-471B35EB8763}" type="presParOf" srcId="{FD0BE5F7-564F-4DC5-8A5D-ED2C14687858}" destId="{CAAC5D5A-549F-4D27-B616-C1B2B2D39FE3}" srcOrd="10" destOrd="0" presId="urn:microsoft.com/office/officeart/2005/8/layout/bProcess2"/>
    <dgm:cxn modelId="{A03B28C8-5F58-4215-8FFA-1F6391E7F027}" type="presParOf" srcId="{CAAC5D5A-549F-4D27-B616-C1B2B2D39FE3}" destId="{6B5C3110-7990-4788-9B67-522C2A42987C}" srcOrd="0" destOrd="0" presId="urn:microsoft.com/office/officeart/2005/8/layout/bProcess2"/>
    <dgm:cxn modelId="{4C9D437C-EB70-414E-B858-65C0D21AE640}" type="presParOf" srcId="{CAAC5D5A-549F-4D27-B616-C1B2B2D39FE3}" destId="{3797AA4D-0ED0-4BED-99CC-964FA8F9E5FC}" srcOrd="1" destOrd="0" presId="urn:microsoft.com/office/officeart/2005/8/layout/bProcess2"/>
    <dgm:cxn modelId="{C0779AED-734D-41A3-B773-BF04CBB13892}" type="presParOf" srcId="{FD0BE5F7-564F-4DC5-8A5D-ED2C14687858}" destId="{0FA7EED9-C3AD-40C7-A4B8-5FCF0D7913B5}" srcOrd="11" destOrd="0" presId="urn:microsoft.com/office/officeart/2005/8/layout/bProcess2"/>
    <dgm:cxn modelId="{01236610-075C-4E72-AFDB-6A893541E958}" type="presParOf" srcId="{FD0BE5F7-564F-4DC5-8A5D-ED2C14687858}" destId="{029EFFC1-DE76-42DA-994B-1119F6B26CE9}" srcOrd="12" destOrd="0" presId="urn:microsoft.com/office/officeart/2005/8/layout/bProcess2"/>
    <dgm:cxn modelId="{1070D78E-E6BD-4FE4-BC8E-155260107F04}" type="presParOf" srcId="{029EFFC1-DE76-42DA-994B-1119F6B26CE9}" destId="{462624A8-1C36-4346-A6AA-FEE9FE65BEED}" srcOrd="0" destOrd="0" presId="urn:microsoft.com/office/officeart/2005/8/layout/bProcess2"/>
    <dgm:cxn modelId="{CAE029D2-CEE2-484C-93AE-AAF89F7E395D}" type="presParOf" srcId="{029EFFC1-DE76-42DA-994B-1119F6B26CE9}" destId="{1F595C3E-A2E6-4286-8FD8-472E175BE701}" srcOrd="1" destOrd="0" presId="urn:microsoft.com/office/officeart/2005/8/layout/bProcess2"/>
    <dgm:cxn modelId="{FA1CDCAD-A42A-437B-9CE0-453D15E52895}" type="presParOf" srcId="{FD0BE5F7-564F-4DC5-8A5D-ED2C14687858}" destId="{FC014A95-4011-4B89-9A66-26D515D996AA}" srcOrd="13" destOrd="0" presId="urn:microsoft.com/office/officeart/2005/8/layout/bProcess2"/>
    <dgm:cxn modelId="{429158FB-09C9-4EB8-8525-BB12D66EAFE1}" type="presParOf" srcId="{FD0BE5F7-564F-4DC5-8A5D-ED2C14687858}" destId="{906CF245-5888-4BAA-80C9-98C474CF3BBB}" srcOrd="14" destOrd="0" presId="urn:microsoft.com/office/officeart/2005/8/layout/bProcess2"/>
    <dgm:cxn modelId="{E989BD32-35B3-420D-A82F-64EE2F7817FD}" type="presParOf" srcId="{906CF245-5888-4BAA-80C9-98C474CF3BBB}" destId="{078D126C-FC5F-4690-9247-66FF5A546354}" srcOrd="0" destOrd="0" presId="urn:microsoft.com/office/officeart/2005/8/layout/bProcess2"/>
    <dgm:cxn modelId="{BED7B590-EE3A-4F01-ADCE-55494F1FAD0D}" type="presParOf" srcId="{906CF245-5888-4BAA-80C9-98C474CF3BBB}" destId="{9B106E17-A73E-4C0C-B89D-509A1FEA00CE}" srcOrd="1" destOrd="0" presId="urn:microsoft.com/office/officeart/2005/8/layout/bProcess2"/>
    <dgm:cxn modelId="{7FBDDB8A-E60F-494D-AE5D-FAA5C94D9E72}" type="presParOf" srcId="{FD0BE5F7-564F-4DC5-8A5D-ED2C14687858}" destId="{EFF330CC-9351-463D-B90F-62CB2A32E85F}" srcOrd="15" destOrd="0" presId="urn:microsoft.com/office/officeart/2005/8/layout/bProcess2"/>
    <dgm:cxn modelId="{08BF087E-F20D-4C95-9FB1-7B14EF5C4E2B}" type="presParOf" srcId="{FD0BE5F7-564F-4DC5-8A5D-ED2C14687858}" destId="{074072A4-3CC6-409E-BF48-AE9AE3D9F0E1}" srcOrd="16" destOrd="0" presId="urn:microsoft.com/office/officeart/2005/8/layout/bProcess2"/>
    <dgm:cxn modelId="{E48DA93C-5E25-488F-A30E-73F3BB6B8F43}" type="presParOf" srcId="{074072A4-3CC6-409E-BF48-AE9AE3D9F0E1}" destId="{D3E341ED-0A2B-436C-927E-DB94FCC25ADC}" srcOrd="0" destOrd="0" presId="urn:microsoft.com/office/officeart/2005/8/layout/bProcess2"/>
    <dgm:cxn modelId="{945E68D5-3603-43F2-80A3-C9631DCF7F81}" type="presParOf" srcId="{074072A4-3CC6-409E-BF48-AE9AE3D9F0E1}" destId="{03FCACC7-4908-4794-A69F-EE8AA0B3AD7C}" srcOrd="1" destOrd="0" presId="urn:microsoft.com/office/officeart/2005/8/layout/bProcess2"/>
    <dgm:cxn modelId="{0C4A7A06-2C1A-4779-B36F-0A618278C6DF}" type="presParOf" srcId="{FD0BE5F7-564F-4DC5-8A5D-ED2C14687858}" destId="{BDA6CBED-42C1-4EED-9F5B-90D69AC6AE79}" srcOrd="17" destOrd="0" presId="urn:microsoft.com/office/officeart/2005/8/layout/bProcess2"/>
    <dgm:cxn modelId="{3E7417B4-D365-4E23-9ACE-99DBC12511A2}" type="presParOf" srcId="{FD0BE5F7-564F-4DC5-8A5D-ED2C14687858}" destId="{AA1AED7C-50BE-4029-A50C-2B64040B7C1A}" srcOrd="18" destOrd="0" presId="urn:microsoft.com/office/officeart/2005/8/layout/bProcess2"/>
    <dgm:cxn modelId="{178AA9E9-CB1E-4FCF-80ED-43012260A532}" type="presParOf" srcId="{AA1AED7C-50BE-4029-A50C-2B64040B7C1A}" destId="{78F891ED-3D20-4ADE-A137-2FBC7F2A5A0B}" srcOrd="0" destOrd="0" presId="urn:microsoft.com/office/officeart/2005/8/layout/bProcess2"/>
    <dgm:cxn modelId="{6FE2648C-7B0A-4E2A-AA25-2631D0083731}" type="presParOf" srcId="{AA1AED7C-50BE-4029-A50C-2B64040B7C1A}" destId="{44B8C540-2D49-4CEA-8126-01593E245C10}" srcOrd="1" destOrd="0" presId="urn:microsoft.com/office/officeart/2005/8/layout/bProcess2"/>
    <dgm:cxn modelId="{818BF95A-A16D-479E-9426-BB06348A4F3E}" type="presParOf" srcId="{FD0BE5F7-564F-4DC5-8A5D-ED2C14687858}" destId="{3021893F-3634-4475-BA63-F4EF0E9F8927}" srcOrd="19" destOrd="0" presId="urn:microsoft.com/office/officeart/2005/8/layout/bProcess2"/>
    <dgm:cxn modelId="{85EBF14A-CD6E-4588-8BB9-56FF5A7103A8}" type="presParOf" srcId="{FD0BE5F7-564F-4DC5-8A5D-ED2C14687858}" destId="{2E07418A-1B0F-4ABF-9984-7AF111B8B9A6}" srcOrd="20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8AE886-1FC4-49E5-A502-8B5EDF8705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63C69E-8CDA-4EEA-AD62-9BD2AA7D1333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Scenario A</a:t>
          </a:r>
        </a:p>
      </dgm:t>
    </dgm:pt>
    <dgm:pt modelId="{C7E80092-FF91-498E-B8EC-B06A9CDCE7F4}" type="parTrans" cxnId="{70138F40-FBB9-4E7A-A9B5-A067DFC1C4A0}">
      <dgm:prSet/>
      <dgm:spPr/>
      <dgm:t>
        <a:bodyPr/>
        <a:lstStyle/>
        <a:p>
          <a:endParaRPr lang="en-IN"/>
        </a:p>
      </dgm:t>
    </dgm:pt>
    <dgm:pt modelId="{53273834-D985-4368-9B69-67522033B6E7}" type="sibTrans" cxnId="{70138F40-FBB9-4E7A-A9B5-A067DFC1C4A0}">
      <dgm:prSet/>
      <dgm:spPr/>
      <dgm:t>
        <a:bodyPr/>
        <a:lstStyle/>
        <a:p>
          <a:endParaRPr lang="en-IN"/>
        </a:p>
      </dgm:t>
    </dgm:pt>
    <dgm:pt modelId="{203AE277-95CF-42BF-A054-680045F274DF}">
      <dgm:prSet phldrT="[Text]" custT="1"/>
      <dgm:spPr/>
      <dgm:t>
        <a:bodyPr/>
        <a:lstStyle/>
        <a:p>
          <a:pPr>
            <a:buNone/>
          </a:pPr>
          <a:r>
            <a:rPr lang="en-IN" sz="3600" dirty="0"/>
            <a:t>Maximum Overall Impact</a:t>
          </a:r>
        </a:p>
      </dgm:t>
    </dgm:pt>
    <dgm:pt modelId="{78AF7413-2663-4C62-93E4-871D885FEBF4}" type="parTrans" cxnId="{1AC26F07-CCA3-4749-BCAB-376FBE16DAA4}">
      <dgm:prSet/>
      <dgm:spPr/>
      <dgm:t>
        <a:bodyPr/>
        <a:lstStyle/>
        <a:p>
          <a:endParaRPr lang="en-IN"/>
        </a:p>
      </dgm:t>
    </dgm:pt>
    <dgm:pt modelId="{4C665A67-7E19-4848-B871-0BEB8FC03FC0}" type="sibTrans" cxnId="{1AC26F07-CCA3-4749-BCAB-376FBE16DAA4}">
      <dgm:prSet/>
      <dgm:spPr/>
      <dgm:t>
        <a:bodyPr/>
        <a:lstStyle/>
        <a:p>
          <a:endParaRPr lang="en-IN"/>
        </a:p>
      </dgm:t>
    </dgm:pt>
    <dgm:pt modelId="{2CCF0D09-CA11-4E1E-98E8-6B6E85F6E201}">
      <dgm:prSet phldrT="[Text]" custT="1"/>
      <dgm:spPr>
        <a:solidFill>
          <a:srgbClr val="1CADE4">
            <a:hueOff val="0"/>
            <a:satOff val="0"/>
            <a:lumOff val="0"/>
            <a:alphaOff val="0"/>
          </a:srgbClr>
        </a:solidFill>
        <a:ln w="22225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21920" tIns="121920" rIns="121920" bIns="121920" numCol="1" spcCol="1270" anchor="ctr" anchorCtr="0"/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prstClr val="white"/>
              </a:solidFill>
              <a:latin typeface="Franklin Gothic Book" panose="020B0502020104020203"/>
              <a:ea typeface="+mn-ea"/>
              <a:cs typeface="+mn-cs"/>
            </a:rPr>
            <a:t>Scenario B</a:t>
          </a:r>
        </a:p>
      </dgm:t>
    </dgm:pt>
    <dgm:pt modelId="{2B084F29-F0BA-4A79-8A20-01EB0BB32B74}" type="parTrans" cxnId="{D4022687-B3C2-4F2C-95BE-98D13FE929D1}">
      <dgm:prSet/>
      <dgm:spPr/>
      <dgm:t>
        <a:bodyPr/>
        <a:lstStyle/>
        <a:p>
          <a:endParaRPr lang="en-IN"/>
        </a:p>
      </dgm:t>
    </dgm:pt>
    <dgm:pt modelId="{3FB203FB-0135-4F26-B285-9BBCF567F544}" type="sibTrans" cxnId="{D4022687-B3C2-4F2C-95BE-98D13FE929D1}">
      <dgm:prSet/>
      <dgm:spPr/>
      <dgm:t>
        <a:bodyPr/>
        <a:lstStyle/>
        <a:p>
          <a:endParaRPr lang="en-IN"/>
        </a:p>
      </dgm:t>
    </dgm:pt>
    <dgm:pt modelId="{709ADD2B-C86C-4652-B4FF-EA08363FA105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Maximum Citizens Benefited</a:t>
          </a:r>
        </a:p>
      </dgm:t>
    </dgm:pt>
    <dgm:pt modelId="{C14F58E2-95C6-4E0A-B3F8-CB6F49A279DF}" type="parTrans" cxnId="{EB82A4CE-7B19-46FD-986E-615B1AF0F00D}">
      <dgm:prSet/>
      <dgm:spPr/>
      <dgm:t>
        <a:bodyPr/>
        <a:lstStyle/>
        <a:p>
          <a:endParaRPr lang="en-IN"/>
        </a:p>
      </dgm:t>
    </dgm:pt>
    <dgm:pt modelId="{11A69474-4C02-48DA-9C9D-599B64CE7A4B}" type="sibTrans" cxnId="{EB82A4CE-7B19-46FD-986E-615B1AF0F00D}">
      <dgm:prSet/>
      <dgm:spPr/>
      <dgm:t>
        <a:bodyPr/>
        <a:lstStyle/>
        <a:p>
          <a:endParaRPr lang="en-IN"/>
        </a:p>
      </dgm:t>
    </dgm:pt>
    <dgm:pt modelId="{85ED161F-1276-4BDC-849F-C13467994E15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Scenario C</a:t>
          </a:r>
        </a:p>
      </dgm:t>
    </dgm:pt>
    <dgm:pt modelId="{2152A58E-03AE-4900-B17B-C0545788D6C3}" type="parTrans" cxnId="{F642A69A-E1FA-4A69-86BD-6E4BEAF7C3DB}">
      <dgm:prSet/>
      <dgm:spPr/>
      <dgm:t>
        <a:bodyPr/>
        <a:lstStyle/>
        <a:p>
          <a:endParaRPr lang="en-IN"/>
        </a:p>
      </dgm:t>
    </dgm:pt>
    <dgm:pt modelId="{BEC12DC8-7986-4C87-BC48-7697A4083A23}" type="sibTrans" cxnId="{F642A69A-E1FA-4A69-86BD-6E4BEAF7C3DB}">
      <dgm:prSet/>
      <dgm:spPr/>
      <dgm:t>
        <a:bodyPr/>
        <a:lstStyle/>
        <a:p>
          <a:endParaRPr lang="en-IN"/>
        </a:p>
      </dgm:t>
    </dgm:pt>
    <dgm:pt modelId="{4EF08B49-DF4A-43CD-A7B1-9BFBFA750B39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Maximum Equity</a:t>
          </a:r>
        </a:p>
      </dgm:t>
    </dgm:pt>
    <dgm:pt modelId="{0816404F-3E2A-440F-A1BD-B620BA611FC6}" type="parTrans" cxnId="{94DA8B40-141D-4EB9-9327-EFC0A4E4F4E8}">
      <dgm:prSet/>
      <dgm:spPr/>
      <dgm:t>
        <a:bodyPr/>
        <a:lstStyle/>
        <a:p>
          <a:endParaRPr lang="en-IN"/>
        </a:p>
      </dgm:t>
    </dgm:pt>
    <dgm:pt modelId="{5B945F32-9B49-4E13-910D-0C99FA923B3B}" type="sibTrans" cxnId="{94DA8B40-141D-4EB9-9327-EFC0A4E4F4E8}">
      <dgm:prSet/>
      <dgm:spPr/>
      <dgm:t>
        <a:bodyPr/>
        <a:lstStyle/>
        <a:p>
          <a:endParaRPr lang="en-IN"/>
        </a:p>
      </dgm:t>
    </dgm:pt>
    <dgm:pt modelId="{B12E31C9-1F2A-44AA-A1E6-8A7AD5678C9D}">
      <dgm:prSet phldrT="[Text]" custT="1"/>
      <dgm:spPr/>
      <dgm:t>
        <a:bodyPr/>
        <a:lstStyle/>
        <a:p>
          <a:pPr>
            <a:buNone/>
          </a:pPr>
          <a:r>
            <a:rPr lang="en-IN" sz="3200"/>
            <a:t>Scenario D</a:t>
          </a:r>
          <a:endParaRPr lang="en-IN" sz="3200" dirty="0"/>
        </a:p>
      </dgm:t>
    </dgm:pt>
    <dgm:pt modelId="{974E4496-58DB-46A8-8715-DDAF82340252}" type="parTrans" cxnId="{4C16BF3A-D619-4CA9-BC7A-663A8FECBB62}">
      <dgm:prSet/>
      <dgm:spPr/>
      <dgm:t>
        <a:bodyPr/>
        <a:lstStyle/>
        <a:p>
          <a:endParaRPr lang="en-IN"/>
        </a:p>
      </dgm:t>
    </dgm:pt>
    <dgm:pt modelId="{609F880E-D475-4E5D-91D1-6833F52B450D}" type="sibTrans" cxnId="{4C16BF3A-D619-4CA9-BC7A-663A8FECBB62}">
      <dgm:prSet/>
      <dgm:spPr/>
      <dgm:t>
        <a:bodyPr/>
        <a:lstStyle/>
        <a:p>
          <a:endParaRPr lang="en-IN"/>
        </a:p>
      </dgm:t>
    </dgm:pt>
    <dgm:pt modelId="{CBC9B92E-3462-456D-B706-0ADFFC69B0BC}">
      <dgm:prSet phldrT="[Text]" custT="1"/>
      <dgm:spPr/>
      <dgm:t>
        <a:bodyPr/>
        <a:lstStyle/>
        <a:p>
          <a:pPr>
            <a:buNone/>
          </a:pPr>
          <a:r>
            <a:rPr lang="en-IN" sz="3200"/>
            <a:t>Maximum Urgency</a:t>
          </a:r>
          <a:endParaRPr lang="en-IN" sz="3200" dirty="0"/>
        </a:p>
      </dgm:t>
    </dgm:pt>
    <dgm:pt modelId="{277981FD-5E5C-4E67-AAE4-BAB81B8F2B82}" type="parTrans" cxnId="{8E512E19-0110-4E22-B664-A4E6943654A8}">
      <dgm:prSet/>
      <dgm:spPr/>
      <dgm:t>
        <a:bodyPr/>
        <a:lstStyle/>
        <a:p>
          <a:endParaRPr lang="en-IN"/>
        </a:p>
      </dgm:t>
    </dgm:pt>
    <dgm:pt modelId="{D4F22139-1637-4BC5-A656-65BA253471EE}" type="sibTrans" cxnId="{8E512E19-0110-4E22-B664-A4E6943654A8}">
      <dgm:prSet/>
      <dgm:spPr/>
      <dgm:t>
        <a:bodyPr/>
        <a:lstStyle/>
        <a:p>
          <a:endParaRPr lang="en-IN"/>
        </a:p>
      </dgm:t>
    </dgm:pt>
    <dgm:pt modelId="{AE9E5FDA-9519-4DED-9CC8-D35338541161}" type="pres">
      <dgm:prSet presAssocID="{678AE886-1FC4-49E5-A502-8B5EDF87050A}" presName="linear" presStyleCnt="0">
        <dgm:presLayoutVars>
          <dgm:animLvl val="lvl"/>
          <dgm:resizeHandles val="exact"/>
        </dgm:presLayoutVars>
      </dgm:prSet>
      <dgm:spPr/>
    </dgm:pt>
    <dgm:pt modelId="{8FAC54BE-49AD-48D7-84C6-0C5B4D7586A3}" type="pres">
      <dgm:prSet presAssocID="{F163C69E-8CDA-4EEA-AD62-9BD2AA7D133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34C62-9CDB-4369-914E-7F9262FE4C3F}" type="pres">
      <dgm:prSet presAssocID="{F163C69E-8CDA-4EEA-AD62-9BD2AA7D1333}" presName="childText" presStyleLbl="revTx" presStyleIdx="0" presStyleCnt="4" custScaleX="99641" custScaleY="98958">
        <dgm:presLayoutVars>
          <dgm:bulletEnabled val="1"/>
        </dgm:presLayoutVars>
      </dgm:prSet>
      <dgm:spPr/>
    </dgm:pt>
    <dgm:pt modelId="{D6EF3596-6A71-4BB5-A554-877DC7586CE7}" type="pres">
      <dgm:prSet presAssocID="{2CCF0D09-CA11-4E1E-98E8-6B6E85F6E201}" presName="parentText" presStyleLbl="node1" presStyleIdx="1" presStyleCnt="4">
        <dgm:presLayoutVars>
          <dgm:chMax val="0"/>
          <dgm:bulletEnabled val="1"/>
        </dgm:presLayoutVars>
      </dgm:prSet>
      <dgm:spPr>
        <a:xfrm>
          <a:off x="0" y="1154774"/>
          <a:ext cx="5679862" cy="657995"/>
        </a:xfrm>
        <a:prstGeom prst="roundRect">
          <a:avLst/>
        </a:prstGeom>
      </dgm:spPr>
    </dgm:pt>
    <dgm:pt modelId="{9EA4A91B-AEA4-462C-B6DD-FAD4549BCB5C}" type="pres">
      <dgm:prSet presAssocID="{2CCF0D09-CA11-4E1E-98E8-6B6E85F6E201}" presName="childText" presStyleLbl="revTx" presStyleIdx="1" presStyleCnt="4">
        <dgm:presLayoutVars>
          <dgm:bulletEnabled val="1"/>
        </dgm:presLayoutVars>
      </dgm:prSet>
      <dgm:spPr/>
    </dgm:pt>
    <dgm:pt modelId="{DC8EB0A4-CF89-41E8-9B95-0D63DC3895E6}" type="pres">
      <dgm:prSet presAssocID="{85ED161F-1276-4BDC-849F-C13467994E1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BA34B5-F9B4-4110-BD00-69F15BF8218B}" type="pres">
      <dgm:prSet presAssocID="{85ED161F-1276-4BDC-849F-C13467994E15}" presName="childText" presStyleLbl="revTx" presStyleIdx="2" presStyleCnt="4">
        <dgm:presLayoutVars>
          <dgm:bulletEnabled val="1"/>
        </dgm:presLayoutVars>
      </dgm:prSet>
      <dgm:spPr/>
    </dgm:pt>
    <dgm:pt modelId="{719737E2-DE3C-41F9-BB3B-1489E1B813BE}" type="pres">
      <dgm:prSet presAssocID="{B12E31C9-1F2A-44AA-A1E6-8A7AD5678C9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E2D9EBC-529D-4FFD-9E8C-2CAAECAA4F6E}" type="pres">
      <dgm:prSet presAssocID="{B12E31C9-1F2A-44AA-A1E6-8A7AD5678C9D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C2DD902-13D1-49E7-93D9-D044E80EF5CD}" type="presOf" srcId="{B12E31C9-1F2A-44AA-A1E6-8A7AD5678C9D}" destId="{719737E2-DE3C-41F9-BB3B-1489E1B813BE}" srcOrd="0" destOrd="0" presId="urn:microsoft.com/office/officeart/2005/8/layout/vList2"/>
    <dgm:cxn modelId="{1AC26F07-CCA3-4749-BCAB-376FBE16DAA4}" srcId="{F163C69E-8CDA-4EEA-AD62-9BD2AA7D1333}" destId="{203AE277-95CF-42BF-A054-680045F274DF}" srcOrd="0" destOrd="0" parTransId="{78AF7413-2663-4C62-93E4-871D885FEBF4}" sibTransId="{4C665A67-7E19-4848-B871-0BEB8FC03FC0}"/>
    <dgm:cxn modelId="{89BF1515-2668-4C1D-B207-6FFB34EC58F5}" type="presOf" srcId="{678AE886-1FC4-49E5-A502-8B5EDF87050A}" destId="{AE9E5FDA-9519-4DED-9CC8-D35338541161}" srcOrd="0" destOrd="0" presId="urn:microsoft.com/office/officeart/2005/8/layout/vList2"/>
    <dgm:cxn modelId="{8E512E19-0110-4E22-B664-A4E6943654A8}" srcId="{B12E31C9-1F2A-44AA-A1E6-8A7AD5678C9D}" destId="{CBC9B92E-3462-456D-B706-0ADFFC69B0BC}" srcOrd="0" destOrd="0" parTransId="{277981FD-5E5C-4E67-AAE4-BAB81B8F2B82}" sibTransId="{D4F22139-1637-4BC5-A656-65BA253471EE}"/>
    <dgm:cxn modelId="{E94E332E-B206-49D8-88DE-2519DEF3C7A2}" type="presOf" srcId="{85ED161F-1276-4BDC-849F-C13467994E15}" destId="{DC8EB0A4-CF89-41E8-9B95-0D63DC3895E6}" srcOrd="0" destOrd="0" presId="urn:microsoft.com/office/officeart/2005/8/layout/vList2"/>
    <dgm:cxn modelId="{4C16BF3A-D619-4CA9-BC7A-663A8FECBB62}" srcId="{678AE886-1FC4-49E5-A502-8B5EDF87050A}" destId="{B12E31C9-1F2A-44AA-A1E6-8A7AD5678C9D}" srcOrd="3" destOrd="0" parTransId="{974E4496-58DB-46A8-8715-DDAF82340252}" sibTransId="{609F880E-D475-4E5D-91D1-6833F52B450D}"/>
    <dgm:cxn modelId="{94DA8B40-141D-4EB9-9327-EFC0A4E4F4E8}" srcId="{85ED161F-1276-4BDC-849F-C13467994E15}" destId="{4EF08B49-DF4A-43CD-A7B1-9BFBFA750B39}" srcOrd="0" destOrd="0" parTransId="{0816404F-3E2A-440F-A1BD-B620BA611FC6}" sibTransId="{5B945F32-9B49-4E13-910D-0C99FA923B3B}"/>
    <dgm:cxn modelId="{70138F40-FBB9-4E7A-A9B5-A067DFC1C4A0}" srcId="{678AE886-1FC4-49E5-A502-8B5EDF87050A}" destId="{F163C69E-8CDA-4EEA-AD62-9BD2AA7D1333}" srcOrd="0" destOrd="0" parTransId="{C7E80092-FF91-498E-B8EC-B06A9CDCE7F4}" sibTransId="{53273834-D985-4368-9B69-67522033B6E7}"/>
    <dgm:cxn modelId="{D4022687-B3C2-4F2C-95BE-98D13FE929D1}" srcId="{678AE886-1FC4-49E5-A502-8B5EDF87050A}" destId="{2CCF0D09-CA11-4E1E-98E8-6B6E85F6E201}" srcOrd="1" destOrd="0" parTransId="{2B084F29-F0BA-4A79-8A20-01EB0BB32B74}" sibTransId="{3FB203FB-0135-4F26-B285-9BBCF567F544}"/>
    <dgm:cxn modelId="{7DBF978C-F56B-41A1-9B5F-9F16B52A67D2}" type="presOf" srcId="{203AE277-95CF-42BF-A054-680045F274DF}" destId="{94034C62-9CDB-4369-914E-7F9262FE4C3F}" srcOrd="0" destOrd="0" presId="urn:microsoft.com/office/officeart/2005/8/layout/vList2"/>
    <dgm:cxn modelId="{C89E6698-C08A-478B-8AE9-DCB4462DE087}" type="presOf" srcId="{CBC9B92E-3462-456D-B706-0ADFFC69B0BC}" destId="{BE2D9EBC-529D-4FFD-9E8C-2CAAECAA4F6E}" srcOrd="0" destOrd="0" presId="urn:microsoft.com/office/officeart/2005/8/layout/vList2"/>
    <dgm:cxn modelId="{F642A69A-E1FA-4A69-86BD-6E4BEAF7C3DB}" srcId="{678AE886-1FC4-49E5-A502-8B5EDF87050A}" destId="{85ED161F-1276-4BDC-849F-C13467994E15}" srcOrd="2" destOrd="0" parTransId="{2152A58E-03AE-4900-B17B-C0545788D6C3}" sibTransId="{BEC12DC8-7986-4C87-BC48-7697A4083A23}"/>
    <dgm:cxn modelId="{AB16889C-A4D5-484F-8817-3874EBA15935}" type="presOf" srcId="{F163C69E-8CDA-4EEA-AD62-9BD2AA7D1333}" destId="{8FAC54BE-49AD-48D7-84C6-0C5B4D7586A3}" srcOrd="0" destOrd="0" presId="urn:microsoft.com/office/officeart/2005/8/layout/vList2"/>
    <dgm:cxn modelId="{BFBDDDCB-6202-4593-95CC-5FF9DE34ED91}" type="presOf" srcId="{709ADD2B-C86C-4652-B4FF-EA08363FA105}" destId="{9EA4A91B-AEA4-462C-B6DD-FAD4549BCB5C}" srcOrd="0" destOrd="0" presId="urn:microsoft.com/office/officeart/2005/8/layout/vList2"/>
    <dgm:cxn modelId="{EB82A4CE-7B19-46FD-986E-615B1AF0F00D}" srcId="{2CCF0D09-CA11-4E1E-98E8-6B6E85F6E201}" destId="{709ADD2B-C86C-4652-B4FF-EA08363FA105}" srcOrd="0" destOrd="0" parTransId="{C14F58E2-95C6-4E0A-B3F8-CB6F49A279DF}" sibTransId="{11A69474-4C02-48DA-9C9D-599B64CE7A4B}"/>
    <dgm:cxn modelId="{006151FA-3E33-46A7-913D-B39DD60C6B90}" type="presOf" srcId="{2CCF0D09-CA11-4E1E-98E8-6B6E85F6E201}" destId="{D6EF3596-6A71-4BB5-A554-877DC7586CE7}" srcOrd="0" destOrd="0" presId="urn:microsoft.com/office/officeart/2005/8/layout/vList2"/>
    <dgm:cxn modelId="{71F8E9FE-02D1-4F3F-B3AD-CCB86966F861}" type="presOf" srcId="{4EF08B49-DF4A-43CD-A7B1-9BFBFA750B39}" destId="{A5BA34B5-F9B4-4110-BD00-69F15BF8218B}" srcOrd="0" destOrd="0" presId="urn:microsoft.com/office/officeart/2005/8/layout/vList2"/>
    <dgm:cxn modelId="{E17D4489-9B57-4433-9E89-DB137513A004}" type="presParOf" srcId="{AE9E5FDA-9519-4DED-9CC8-D35338541161}" destId="{8FAC54BE-49AD-48D7-84C6-0C5B4D7586A3}" srcOrd="0" destOrd="0" presId="urn:microsoft.com/office/officeart/2005/8/layout/vList2"/>
    <dgm:cxn modelId="{573B3CD3-C9BB-4944-839A-395D4C8F4D19}" type="presParOf" srcId="{AE9E5FDA-9519-4DED-9CC8-D35338541161}" destId="{94034C62-9CDB-4369-914E-7F9262FE4C3F}" srcOrd="1" destOrd="0" presId="urn:microsoft.com/office/officeart/2005/8/layout/vList2"/>
    <dgm:cxn modelId="{0043839B-CEAE-4B48-9E5B-297EC9796149}" type="presParOf" srcId="{AE9E5FDA-9519-4DED-9CC8-D35338541161}" destId="{D6EF3596-6A71-4BB5-A554-877DC7586CE7}" srcOrd="2" destOrd="0" presId="urn:microsoft.com/office/officeart/2005/8/layout/vList2"/>
    <dgm:cxn modelId="{4EBDC31E-DF89-4E0C-97A0-198A555B2029}" type="presParOf" srcId="{AE9E5FDA-9519-4DED-9CC8-D35338541161}" destId="{9EA4A91B-AEA4-462C-B6DD-FAD4549BCB5C}" srcOrd="3" destOrd="0" presId="urn:microsoft.com/office/officeart/2005/8/layout/vList2"/>
    <dgm:cxn modelId="{7D663AF5-FB17-483E-A7BE-FC3DBBDCA4ED}" type="presParOf" srcId="{AE9E5FDA-9519-4DED-9CC8-D35338541161}" destId="{DC8EB0A4-CF89-41E8-9B95-0D63DC3895E6}" srcOrd="4" destOrd="0" presId="urn:microsoft.com/office/officeart/2005/8/layout/vList2"/>
    <dgm:cxn modelId="{84A71B9E-415E-49B6-ACC8-A051BAAD575C}" type="presParOf" srcId="{AE9E5FDA-9519-4DED-9CC8-D35338541161}" destId="{A5BA34B5-F9B4-4110-BD00-69F15BF8218B}" srcOrd="5" destOrd="0" presId="urn:microsoft.com/office/officeart/2005/8/layout/vList2"/>
    <dgm:cxn modelId="{4878A57C-7F9D-4754-A7EB-2BC6F7CF008B}" type="presParOf" srcId="{AE9E5FDA-9519-4DED-9CC8-D35338541161}" destId="{719737E2-DE3C-41F9-BB3B-1489E1B813BE}" srcOrd="6" destOrd="0" presId="urn:microsoft.com/office/officeart/2005/8/layout/vList2"/>
    <dgm:cxn modelId="{D845DB15-8654-4283-AA02-5244EA1BCC3D}" type="presParOf" srcId="{AE9E5FDA-9519-4DED-9CC8-D35338541161}" destId="{BE2D9EBC-529D-4FFD-9E8C-2CAAECAA4F6E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32928-DED8-4FE5-9E8F-924A548365D7}">
      <dsp:nvSpPr>
        <dsp:cNvPr id="0" name=""/>
        <dsp:cNvSpPr/>
      </dsp:nvSpPr>
      <dsp:spPr>
        <a:xfrm>
          <a:off x="2522" y="1456438"/>
          <a:ext cx="1102977" cy="1155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Letters, WhatsApp, Voice, Photos, Meetings</a:t>
          </a:r>
        </a:p>
      </dsp:txBody>
      <dsp:txXfrm>
        <a:off x="34827" y="1488743"/>
        <a:ext cx="1038367" cy="1091338"/>
      </dsp:txXfrm>
    </dsp:sp>
    <dsp:sp modelId="{93242016-4E37-46A8-B415-98C25481F67F}">
      <dsp:nvSpPr>
        <dsp:cNvPr id="0" name=""/>
        <dsp:cNvSpPr/>
      </dsp:nvSpPr>
      <dsp:spPr>
        <a:xfrm>
          <a:off x="1215797" y="1897643"/>
          <a:ext cx="233831" cy="2735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215797" y="1952351"/>
        <a:ext cx="163682" cy="164122"/>
      </dsp:txXfrm>
    </dsp:sp>
    <dsp:sp modelId="{5025D694-8831-4B6D-8824-C81333E25B90}">
      <dsp:nvSpPr>
        <dsp:cNvPr id="0" name=""/>
        <dsp:cNvSpPr/>
      </dsp:nvSpPr>
      <dsp:spPr>
        <a:xfrm>
          <a:off x="1546690" y="1455349"/>
          <a:ext cx="1102977" cy="1158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Thousands of Requests</a:t>
          </a:r>
        </a:p>
      </dsp:txBody>
      <dsp:txXfrm>
        <a:off x="1578995" y="1487654"/>
        <a:ext cx="1038367" cy="1093516"/>
      </dsp:txXfrm>
    </dsp:sp>
    <dsp:sp modelId="{EF0842D9-0EC5-480E-B0B5-ECBCBD6277DE}">
      <dsp:nvSpPr>
        <dsp:cNvPr id="0" name=""/>
        <dsp:cNvSpPr/>
      </dsp:nvSpPr>
      <dsp:spPr>
        <a:xfrm>
          <a:off x="2759965" y="1897643"/>
          <a:ext cx="233831" cy="2735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2759965" y="1952351"/>
        <a:ext cx="163682" cy="164122"/>
      </dsp:txXfrm>
    </dsp:sp>
    <dsp:sp modelId="{76A5C82C-3AAD-4D0F-B8E9-59CC0F7F1199}">
      <dsp:nvSpPr>
        <dsp:cNvPr id="0" name=""/>
        <dsp:cNvSpPr/>
      </dsp:nvSpPr>
      <dsp:spPr>
        <a:xfrm>
          <a:off x="3090858" y="1455349"/>
          <a:ext cx="1102977" cy="1158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Manual Decision</a:t>
          </a:r>
        </a:p>
      </dsp:txBody>
      <dsp:txXfrm>
        <a:off x="3123163" y="1487654"/>
        <a:ext cx="1038367" cy="1093516"/>
      </dsp:txXfrm>
    </dsp:sp>
    <dsp:sp modelId="{E77B553C-C703-4BF6-A08C-4BC80A819250}">
      <dsp:nvSpPr>
        <dsp:cNvPr id="0" name=""/>
        <dsp:cNvSpPr/>
      </dsp:nvSpPr>
      <dsp:spPr>
        <a:xfrm>
          <a:off x="4304133" y="1897643"/>
          <a:ext cx="233831" cy="2735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4304133" y="1952351"/>
        <a:ext cx="163682" cy="164122"/>
      </dsp:txXfrm>
    </dsp:sp>
    <dsp:sp modelId="{FEF732CB-BDD1-421F-8A9A-C82FABA3550A}">
      <dsp:nvSpPr>
        <dsp:cNvPr id="0" name=""/>
        <dsp:cNvSpPr/>
      </dsp:nvSpPr>
      <dsp:spPr>
        <a:xfrm>
          <a:off x="4635027" y="1455349"/>
          <a:ext cx="1102977" cy="1158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Slow Biased Difficult</a:t>
          </a:r>
          <a:endParaRPr lang="en-IN" sz="1500" kern="1200" dirty="0"/>
        </a:p>
      </dsp:txBody>
      <dsp:txXfrm>
        <a:off x="4667332" y="1487654"/>
        <a:ext cx="1038367" cy="1093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C065C-9C95-4232-96A4-B036AD5F0AF3}">
      <dsp:nvSpPr>
        <dsp:cNvPr id="0" name=""/>
        <dsp:cNvSpPr/>
      </dsp:nvSpPr>
      <dsp:spPr>
        <a:xfrm rot="10800000">
          <a:off x="0" y="9639"/>
          <a:ext cx="756690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Citizen </a:t>
          </a:r>
        </a:p>
      </dsp:txBody>
      <dsp:txXfrm rot="-10800000">
        <a:off x="1324207" y="9639"/>
        <a:ext cx="4918485" cy="491039"/>
      </dsp:txXfrm>
    </dsp:sp>
    <dsp:sp modelId="{6BDBA364-4E56-4763-B45E-202606C4D6F6}">
      <dsp:nvSpPr>
        <dsp:cNvPr id="0" name=""/>
        <dsp:cNvSpPr/>
      </dsp:nvSpPr>
      <dsp:spPr>
        <a:xfrm rot="10800000">
          <a:off x="378345" y="491039"/>
          <a:ext cx="681021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Voice/Text/Image</a:t>
          </a:r>
        </a:p>
      </dsp:txBody>
      <dsp:txXfrm rot="-10800000">
        <a:off x="1570131" y="491039"/>
        <a:ext cx="4426637" cy="491039"/>
      </dsp:txXfrm>
    </dsp:sp>
    <dsp:sp modelId="{490A3FF4-8877-42A4-B13E-B999C67057A2}">
      <dsp:nvSpPr>
        <dsp:cNvPr id="0" name=""/>
        <dsp:cNvSpPr/>
      </dsp:nvSpPr>
      <dsp:spPr>
        <a:xfrm rot="10800000">
          <a:off x="756690" y="982078"/>
          <a:ext cx="605352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AI Understanding</a:t>
          </a:r>
        </a:p>
      </dsp:txBody>
      <dsp:txXfrm rot="-10800000">
        <a:off x="1816056" y="982078"/>
        <a:ext cx="3934788" cy="491039"/>
      </dsp:txXfrm>
    </dsp:sp>
    <dsp:sp modelId="{9AAC2236-6E34-426D-9BC8-F3F5399B6821}">
      <dsp:nvSpPr>
        <dsp:cNvPr id="0" name=""/>
        <dsp:cNvSpPr/>
      </dsp:nvSpPr>
      <dsp:spPr>
        <a:xfrm rot="10800000">
          <a:off x="1135035" y="1473117"/>
          <a:ext cx="529683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Demand Clustering</a:t>
          </a:r>
        </a:p>
      </dsp:txBody>
      <dsp:txXfrm rot="-10800000">
        <a:off x="2061980" y="1473117"/>
        <a:ext cx="3442939" cy="491039"/>
      </dsp:txXfrm>
    </dsp:sp>
    <dsp:sp modelId="{E676AA8E-7F89-4BFA-9F6E-B292EA27AACD}">
      <dsp:nvSpPr>
        <dsp:cNvPr id="0" name=""/>
        <dsp:cNvSpPr/>
      </dsp:nvSpPr>
      <dsp:spPr>
        <a:xfrm rot="10800000">
          <a:off x="1513380" y="1964156"/>
          <a:ext cx="454014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Public Data Integration</a:t>
          </a:r>
        </a:p>
      </dsp:txBody>
      <dsp:txXfrm rot="-10800000">
        <a:off x="2307904" y="1964156"/>
        <a:ext cx="2951091" cy="491039"/>
      </dsp:txXfrm>
    </dsp:sp>
    <dsp:sp modelId="{174ADE6B-5D96-40A7-9400-5CA618EF7BCE}">
      <dsp:nvSpPr>
        <dsp:cNvPr id="0" name=""/>
        <dsp:cNvSpPr/>
      </dsp:nvSpPr>
      <dsp:spPr>
        <a:xfrm rot="10800000">
          <a:off x="1891725" y="2455195"/>
          <a:ext cx="378345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Priority Engine</a:t>
          </a:r>
        </a:p>
      </dsp:txBody>
      <dsp:txXfrm rot="-10800000">
        <a:off x="2553829" y="2455195"/>
        <a:ext cx="2459242" cy="491039"/>
      </dsp:txXfrm>
    </dsp:sp>
    <dsp:sp modelId="{FDE4FE41-A263-4669-8143-7E467B8BE6AE}">
      <dsp:nvSpPr>
        <dsp:cNvPr id="0" name=""/>
        <dsp:cNvSpPr/>
      </dsp:nvSpPr>
      <dsp:spPr>
        <a:xfrm rot="10800000">
          <a:off x="2270070" y="2946234"/>
          <a:ext cx="302676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Budget Optimizer</a:t>
          </a:r>
        </a:p>
      </dsp:txBody>
      <dsp:txXfrm rot="-10800000">
        <a:off x="2799753" y="2946234"/>
        <a:ext cx="1967394" cy="491039"/>
      </dsp:txXfrm>
    </dsp:sp>
    <dsp:sp modelId="{E7007EAB-A758-4D94-A1BA-3C62356E63C8}">
      <dsp:nvSpPr>
        <dsp:cNvPr id="0" name=""/>
        <dsp:cNvSpPr/>
      </dsp:nvSpPr>
      <dsp:spPr>
        <a:xfrm rot="10800000">
          <a:off x="2648415" y="3437273"/>
          <a:ext cx="227007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MP Dashboard</a:t>
          </a:r>
        </a:p>
      </dsp:txBody>
      <dsp:txXfrm rot="-10800000">
        <a:off x="3045677" y="3437273"/>
        <a:ext cx="1475545" cy="491039"/>
      </dsp:txXfrm>
    </dsp:sp>
    <dsp:sp modelId="{07599B96-E47D-4F2D-8F17-4EDB6A9FA7D3}">
      <dsp:nvSpPr>
        <dsp:cNvPr id="0" name=""/>
        <dsp:cNvSpPr/>
      </dsp:nvSpPr>
      <dsp:spPr>
        <a:xfrm rot="10800000">
          <a:off x="3026760" y="3928312"/>
          <a:ext cx="151338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solidFill>
                <a:schemeClr val="tx1"/>
              </a:solidFill>
            </a:rPr>
            <a:t>Citizen Tracking</a:t>
          </a:r>
        </a:p>
      </dsp:txBody>
      <dsp:txXfrm rot="-10800000">
        <a:off x="3291601" y="3928312"/>
        <a:ext cx="983697" cy="491039"/>
      </dsp:txXfrm>
    </dsp:sp>
    <dsp:sp modelId="{93096EB8-7EEF-4049-9BF9-C6D223009EEC}">
      <dsp:nvSpPr>
        <dsp:cNvPr id="0" name=""/>
        <dsp:cNvSpPr/>
      </dsp:nvSpPr>
      <dsp:spPr>
        <a:xfrm rot="10800000">
          <a:off x="3405105" y="4419351"/>
          <a:ext cx="756690" cy="491039"/>
        </a:xfrm>
        <a:prstGeom prst="trapezoid">
          <a:avLst>
            <a:gd name="adj" fmla="val 77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 rot="-10800000">
        <a:off x="3405105" y="4419351"/>
        <a:ext cx="756690" cy="4910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FA146-ECDD-486F-9C53-771FB6084776}">
      <dsp:nvSpPr>
        <dsp:cNvPr id="0" name=""/>
        <dsp:cNvSpPr/>
      </dsp:nvSpPr>
      <dsp:spPr>
        <a:xfrm>
          <a:off x="4559" y="258364"/>
          <a:ext cx="1850396" cy="16697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Citizen</a:t>
          </a:r>
        </a:p>
      </dsp:txBody>
      <dsp:txXfrm>
        <a:off x="275543" y="502888"/>
        <a:ext cx="1308428" cy="1180665"/>
      </dsp:txXfrm>
    </dsp:sp>
    <dsp:sp modelId="{73E7145A-5464-42CF-AA32-A13DE55DB310}">
      <dsp:nvSpPr>
        <dsp:cNvPr id="0" name=""/>
        <dsp:cNvSpPr/>
      </dsp:nvSpPr>
      <dsp:spPr>
        <a:xfrm rot="10800000">
          <a:off x="762935" y="2011489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467F8-58DB-480E-A9ED-1FCD2A93209A}">
      <dsp:nvSpPr>
        <dsp:cNvPr id="0" name=""/>
        <dsp:cNvSpPr/>
      </dsp:nvSpPr>
      <dsp:spPr>
        <a:xfrm>
          <a:off x="312650" y="2261723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Multimodal Intake</a:t>
          </a:r>
        </a:p>
      </dsp:txBody>
      <dsp:txXfrm>
        <a:off x="493396" y="2424820"/>
        <a:ext cx="872722" cy="787504"/>
      </dsp:txXfrm>
    </dsp:sp>
    <dsp:sp modelId="{3850E364-7F2E-4FB8-953E-3EE16928B081}">
      <dsp:nvSpPr>
        <dsp:cNvPr id="0" name=""/>
        <dsp:cNvSpPr/>
      </dsp:nvSpPr>
      <dsp:spPr>
        <a:xfrm rot="5400000">
          <a:off x="1777410" y="2730156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7A193-E360-4881-8F1A-6B2CD8604AFC}">
      <dsp:nvSpPr>
        <dsp:cNvPr id="0" name=""/>
        <dsp:cNvSpPr/>
      </dsp:nvSpPr>
      <dsp:spPr>
        <a:xfrm>
          <a:off x="2331592" y="2261723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Translation / Speech-to-Text / OCR</a:t>
          </a:r>
        </a:p>
      </dsp:txBody>
      <dsp:txXfrm>
        <a:off x="2512338" y="2424820"/>
        <a:ext cx="872722" cy="787504"/>
      </dsp:txXfrm>
    </dsp:sp>
    <dsp:sp modelId="{F63DDEF4-FF37-4874-80E4-A22561568F00}">
      <dsp:nvSpPr>
        <dsp:cNvPr id="0" name=""/>
        <dsp:cNvSpPr/>
      </dsp:nvSpPr>
      <dsp:spPr>
        <a:xfrm>
          <a:off x="2781876" y="2001480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67FF1-3BAE-4055-8E7E-07201016AA48}">
      <dsp:nvSpPr>
        <dsp:cNvPr id="0" name=""/>
        <dsp:cNvSpPr/>
      </dsp:nvSpPr>
      <dsp:spPr>
        <a:xfrm>
          <a:off x="2331592" y="814379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AI Parser</a:t>
          </a:r>
        </a:p>
      </dsp:txBody>
      <dsp:txXfrm>
        <a:off x="2512338" y="977476"/>
        <a:ext cx="872722" cy="787504"/>
      </dsp:txXfrm>
    </dsp:sp>
    <dsp:sp modelId="{F2EB8C42-E897-488B-9170-46335B2CCB60}">
      <dsp:nvSpPr>
        <dsp:cNvPr id="0" name=""/>
        <dsp:cNvSpPr/>
      </dsp:nvSpPr>
      <dsp:spPr>
        <a:xfrm rot="5400000">
          <a:off x="3642306" y="1282812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0A2CF-AC75-4F29-8F53-8F612C1FC7CF}">
      <dsp:nvSpPr>
        <dsp:cNvPr id="0" name=""/>
        <dsp:cNvSpPr/>
      </dsp:nvSpPr>
      <dsp:spPr>
        <a:xfrm>
          <a:off x="4042442" y="814379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Semantic Clustering</a:t>
          </a:r>
        </a:p>
      </dsp:txBody>
      <dsp:txXfrm>
        <a:off x="4223188" y="977476"/>
        <a:ext cx="872722" cy="787504"/>
      </dsp:txXfrm>
    </dsp:sp>
    <dsp:sp modelId="{841611EF-A1E0-47F8-81BF-67635899F7B7}">
      <dsp:nvSpPr>
        <dsp:cNvPr id="0" name=""/>
        <dsp:cNvSpPr/>
      </dsp:nvSpPr>
      <dsp:spPr>
        <a:xfrm rot="10800000">
          <a:off x="4492727" y="2011489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7AA4D-0ED0-4BED-99CC-964FA8F9E5FC}">
      <dsp:nvSpPr>
        <dsp:cNvPr id="0" name=""/>
        <dsp:cNvSpPr/>
      </dsp:nvSpPr>
      <dsp:spPr>
        <a:xfrm>
          <a:off x="4042442" y="2261723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Campaign Detection</a:t>
          </a:r>
        </a:p>
      </dsp:txBody>
      <dsp:txXfrm>
        <a:off x="4223188" y="2424820"/>
        <a:ext cx="872722" cy="787504"/>
      </dsp:txXfrm>
    </dsp:sp>
    <dsp:sp modelId="{0FA7EED9-C3AD-40C7-A4B8-5FCF0D7913B5}">
      <dsp:nvSpPr>
        <dsp:cNvPr id="0" name=""/>
        <dsp:cNvSpPr/>
      </dsp:nvSpPr>
      <dsp:spPr>
        <a:xfrm rot="5400000">
          <a:off x="5353157" y="2730156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95C3E-A2E6-4286-8FD8-472E175BE701}">
      <dsp:nvSpPr>
        <dsp:cNvPr id="0" name=""/>
        <dsp:cNvSpPr/>
      </dsp:nvSpPr>
      <dsp:spPr>
        <a:xfrm>
          <a:off x="5753293" y="2261723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Public Data / Development Plans</a:t>
          </a:r>
        </a:p>
      </dsp:txBody>
      <dsp:txXfrm>
        <a:off x="5934039" y="2424820"/>
        <a:ext cx="872722" cy="787504"/>
      </dsp:txXfrm>
    </dsp:sp>
    <dsp:sp modelId="{FC014A95-4011-4B89-9A66-26D515D996AA}">
      <dsp:nvSpPr>
        <dsp:cNvPr id="0" name=""/>
        <dsp:cNvSpPr/>
      </dsp:nvSpPr>
      <dsp:spPr>
        <a:xfrm>
          <a:off x="6203577" y="2001480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06E17-A73E-4C0C-B89D-509A1FEA00CE}">
      <dsp:nvSpPr>
        <dsp:cNvPr id="0" name=""/>
        <dsp:cNvSpPr/>
      </dsp:nvSpPr>
      <dsp:spPr>
        <a:xfrm>
          <a:off x="5753293" y="814379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Priority Scoring Engine</a:t>
          </a:r>
        </a:p>
      </dsp:txBody>
      <dsp:txXfrm>
        <a:off x="5934039" y="977476"/>
        <a:ext cx="872722" cy="787504"/>
      </dsp:txXfrm>
    </dsp:sp>
    <dsp:sp modelId="{EFF330CC-9351-463D-B90F-62CB2A32E85F}">
      <dsp:nvSpPr>
        <dsp:cNvPr id="0" name=""/>
        <dsp:cNvSpPr/>
      </dsp:nvSpPr>
      <dsp:spPr>
        <a:xfrm rot="5400000">
          <a:off x="7064007" y="1282812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CACC7-4908-4794-A69F-EE8AA0B3AD7C}">
      <dsp:nvSpPr>
        <dsp:cNvPr id="0" name=""/>
        <dsp:cNvSpPr/>
      </dsp:nvSpPr>
      <dsp:spPr>
        <a:xfrm>
          <a:off x="7464143" y="814379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Budget Optimization</a:t>
          </a:r>
        </a:p>
      </dsp:txBody>
      <dsp:txXfrm>
        <a:off x="7644889" y="977476"/>
        <a:ext cx="872722" cy="787504"/>
      </dsp:txXfrm>
    </dsp:sp>
    <dsp:sp modelId="{BDA6CBED-42C1-4EED-9F5B-90D69AC6AE79}">
      <dsp:nvSpPr>
        <dsp:cNvPr id="0" name=""/>
        <dsp:cNvSpPr/>
      </dsp:nvSpPr>
      <dsp:spPr>
        <a:xfrm rot="10800000">
          <a:off x="7914427" y="2011489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8C540-2D49-4CEA-8126-01593E245C10}">
      <dsp:nvSpPr>
        <dsp:cNvPr id="0" name=""/>
        <dsp:cNvSpPr/>
      </dsp:nvSpPr>
      <dsp:spPr>
        <a:xfrm>
          <a:off x="7464143" y="2261723"/>
          <a:ext cx="1234214" cy="111369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MP Dashboard</a:t>
          </a:r>
        </a:p>
      </dsp:txBody>
      <dsp:txXfrm>
        <a:off x="7644889" y="2424820"/>
        <a:ext cx="872722" cy="787504"/>
      </dsp:txXfrm>
    </dsp:sp>
    <dsp:sp modelId="{3021893F-3634-4475-BA63-F4EF0E9F8927}">
      <dsp:nvSpPr>
        <dsp:cNvPr id="0" name=""/>
        <dsp:cNvSpPr/>
      </dsp:nvSpPr>
      <dsp:spPr>
        <a:xfrm rot="4929582">
          <a:off x="8776573" y="2611439"/>
          <a:ext cx="333645" cy="176831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7418A-1B0F-4ABF-9984-7AF111B8B9A6}">
      <dsp:nvSpPr>
        <dsp:cNvPr id="0" name=""/>
        <dsp:cNvSpPr/>
      </dsp:nvSpPr>
      <dsp:spPr>
        <a:xfrm>
          <a:off x="9174993" y="1705708"/>
          <a:ext cx="1850396" cy="16697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Citizen Feedback Loop</a:t>
          </a:r>
        </a:p>
      </dsp:txBody>
      <dsp:txXfrm>
        <a:off x="9445977" y="1950232"/>
        <a:ext cx="1308428" cy="11806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C54BE-49AD-48D7-84C6-0C5B4D7586A3}">
      <dsp:nvSpPr>
        <dsp:cNvPr id="0" name=""/>
        <dsp:cNvSpPr/>
      </dsp:nvSpPr>
      <dsp:spPr>
        <a:xfrm>
          <a:off x="0" y="933"/>
          <a:ext cx="5679862" cy="639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Scenario A</a:t>
          </a:r>
        </a:p>
      </dsp:txBody>
      <dsp:txXfrm>
        <a:off x="31220" y="32153"/>
        <a:ext cx="5617422" cy="577106"/>
      </dsp:txXfrm>
    </dsp:sp>
    <dsp:sp modelId="{94034C62-9CDB-4369-914E-7F9262FE4C3F}">
      <dsp:nvSpPr>
        <dsp:cNvPr id="0" name=""/>
        <dsp:cNvSpPr/>
      </dsp:nvSpPr>
      <dsp:spPr>
        <a:xfrm>
          <a:off x="20354" y="640480"/>
          <a:ext cx="5639153" cy="530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688" tIns="45720" rIns="256032" bIns="457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3600" kern="1200" dirty="0"/>
            <a:t>Maximum Overall Impact</a:t>
          </a:r>
        </a:p>
      </dsp:txBody>
      <dsp:txXfrm>
        <a:off x="20354" y="640480"/>
        <a:ext cx="5639153" cy="530391"/>
      </dsp:txXfrm>
    </dsp:sp>
    <dsp:sp modelId="{D6EF3596-6A71-4BB5-A554-877DC7586CE7}">
      <dsp:nvSpPr>
        <dsp:cNvPr id="0" name=""/>
        <dsp:cNvSpPr/>
      </dsp:nvSpPr>
      <dsp:spPr>
        <a:xfrm>
          <a:off x="0" y="1170871"/>
          <a:ext cx="5679862" cy="639546"/>
        </a:xfrm>
        <a:prstGeom prst="roundRect">
          <a:avLst/>
        </a:prstGeom>
        <a:solidFill>
          <a:srgbClr val="1CADE4">
            <a:hueOff val="0"/>
            <a:satOff val="0"/>
            <a:lumOff val="0"/>
            <a:alphaOff val="0"/>
          </a:srgbClr>
        </a:solidFill>
        <a:ln w="22225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prstClr val="white"/>
              </a:solidFill>
              <a:latin typeface="Franklin Gothic Book" panose="020B0502020104020203"/>
              <a:ea typeface="+mn-ea"/>
              <a:cs typeface="+mn-cs"/>
            </a:rPr>
            <a:t>Scenario B</a:t>
          </a:r>
        </a:p>
      </dsp:txBody>
      <dsp:txXfrm>
        <a:off x="31220" y="1202091"/>
        <a:ext cx="5617422" cy="577106"/>
      </dsp:txXfrm>
    </dsp:sp>
    <dsp:sp modelId="{9EA4A91B-AEA4-462C-B6DD-FAD4549BCB5C}">
      <dsp:nvSpPr>
        <dsp:cNvPr id="0" name=""/>
        <dsp:cNvSpPr/>
      </dsp:nvSpPr>
      <dsp:spPr>
        <a:xfrm>
          <a:off x="0" y="1810418"/>
          <a:ext cx="5679862" cy="426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336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3200" kern="1200" dirty="0"/>
            <a:t>Maximum Citizens Benefited</a:t>
          </a:r>
        </a:p>
      </dsp:txBody>
      <dsp:txXfrm>
        <a:off x="0" y="1810418"/>
        <a:ext cx="5679862" cy="426795"/>
      </dsp:txXfrm>
    </dsp:sp>
    <dsp:sp modelId="{DC8EB0A4-CF89-41E8-9B95-0D63DC3895E6}">
      <dsp:nvSpPr>
        <dsp:cNvPr id="0" name=""/>
        <dsp:cNvSpPr/>
      </dsp:nvSpPr>
      <dsp:spPr>
        <a:xfrm>
          <a:off x="0" y="2237214"/>
          <a:ext cx="5679862" cy="639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Scenario C</a:t>
          </a:r>
        </a:p>
      </dsp:txBody>
      <dsp:txXfrm>
        <a:off x="31220" y="2268434"/>
        <a:ext cx="5617422" cy="577106"/>
      </dsp:txXfrm>
    </dsp:sp>
    <dsp:sp modelId="{A5BA34B5-F9B4-4110-BD00-69F15BF8218B}">
      <dsp:nvSpPr>
        <dsp:cNvPr id="0" name=""/>
        <dsp:cNvSpPr/>
      </dsp:nvSpPr>
      <dsp:spPr>
        <a:xfrm>
          <a:off x="0" y="2876760"/>
          <a:ext cx="5679862" cy="426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336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3200" kern="1200" dirty="0"/>
            <a:t>Maximum Equity</a:t>
          </a:r>
        </a:p>
      </dsp:txBody>
      <dsp:txXfrm>
        <a:off x="0" y="2876760"/>
        <a:ext cx="5679862" cy="426795"/>
      </dsp:txXfrm>
    </dsp:sp>
    <dsp:sp modelId="{719737E2-DE3C-41F9-BB3B-1489E1B813BE}">
      <dsp:nvSpPr>
        <dsp:cNvPr id="0" name=""/>
        <dsp:cNvSpPr/>
      </dsp:nvSpPr>
      <dsp:spPr>
        <a:xfrm>
          <a:off x="0" y="3303556"/>
          <a:ext cx="5679862" cy="6395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Scenario D</a:t>
          </a:r>
          <a:endParaRPr lang="en-IN" sz="3200" kern="1200" dirty="0"/>
        </a:p>
      </dsp:txBody>
      <dsp:txXfrm>
        <a:off x="31220" y="3334776"/>
        <a:ext cx="5617422" cy="577106"/>
      </dsp:txXfrm>
    </dsp:sp>
    <dsp:sp modelId="{BE2D9EBC-529D-4FFD-9E8C-2CAAECAA4F6E}">
      <dsp:nvSpPr>
        <dsp:cNvPr id="0" name=""/>
        <dsp:cNvSpPr/>
      </dsp:nvSpPr>
      <dsp:spPr>
        <a:xfrm>
          <a:off x="0" y="3943103"/>
          <a:ext cx="5679862" cy="426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336" tIns="40640" rIns="227584" bIns="4064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3200" kern="1200"/>
            <a:t>Maximum Urgency</a:t>
          </a:r>
          <a:endParaRPr lang="en-IN" sz="3200" kern="1200" dirty="0"/>
        </a:p>
      </dsp:txBody>
      <dsp:txXfrm>
        <a:off x="0" y="3943103"/>
        <a:ext cx="5679862" cy="426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08-Jul-26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People's Priorities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Constituency Intelligence for Evidence-Based Development Planning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1336" y="3081867"/>
            <a:ext cx="7743404" cy="3310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7382B1-8318-137C-A6C8-D1AD13E75648}"/>
              </a:ext>
            </a:extLst>
          </p:cNvPr>
          <p:cNvSpPr txBox="1"/>
          <p:nvPr/>
        </p:nvSpPr>
        <p:spPr>
          <a:xfrm>
            <a:off x="446534" y="6488668"/>
            <a:ext cx="390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Build with AI – Code for Communities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4E0C3-33FA-2E2F-491A-C068E59AB5F6}"/>
              </a:ext>
            </a:extLst>
          </p:cNvPr>
          <p:cNvSpPr txBox="1"/>
          <p:nvPr/>
        </p:nvSpPr>
        <p:spPr>
          <a:xfrm>
            <a:off x="10497312" y="6488668"/>
            <a:ext cx="124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Hack2Skill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4F2B9-6A68-97AA-9F21-9CF832C8C33F}"/>
              </a:ext>
            </a:extLst>
          </p:cNvPr>
          <p:cNvSpPr txBox="1"/>
          <p:nvPr/>
        </p:nvSpPr>
        <p:spPr>
          <a:xfrm>
            <a:off x="685800" y="327355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Syntax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C12BEF-DA4D-AB07-D1E1-DAAD93284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0" y="3847338"/>
            <a:ext cx="2436876" cy="24368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C26E-AAA7-249D-B894-7204C57A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Governance Planning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115A4-6A1F-62D4-FC82-8EF020B0B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883665"/>
            <a:ext cx="5194767" cy="3977386"/>
          </a:xfrm>
        </p:spPr>
        <p:txBody>
          <a:bodyPr/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MPs receive requests from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meetings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Grievance portals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requests are unstructured.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citizens report the same issue.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campaign submissions distort priorities.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objective way to compare competing projects.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0FFEF6-2BB2-9703-90FA-56D8B840AEE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07311000"/>
              </p:ext>
            </p:extLst>
          </p:nvPr>
        </p:nvGraphicFramePr>
        <p:xfrm>
          <a:off x="5870448" y="1792225"/>
          <a:ext cx="5740527" cy="406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3ED46B-4987-1835-DE25-E88E5E3BC2E8}"/>
              </a:ext>
            </a:extLst>
          </p:cNvPr>
          <p:cNvSpPr txBox="1"/>
          <p:nvPr/>
        </p:nvSpPr>
        <p:spPr>
          <a:xfrm>
            <a:off x="1781009" y="6281928"/>
            <a:ext cx="901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planning relies heavily on fragmented information instead of consolidated evidence.</a:t>
            </a:r>
          </a:p>
        </p:txBody>
      </p:sp>
    </p:spTree>
    <p:extLst>
      <p:ext uri="{BB962C8B-B14F-4D97-AF65-F5344CB8AC3E}">
        <p14:creationId xmlns:p14="http://schemas.microsoft.com/office/powerpoint/2010/main" val="60985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8BAD-3C5F-7A6B-EFBF-2EC02C4C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People's Priorities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26803-9048-38F3-E9B6-6ABA0306E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multilingual AI-powered constituency planning platform that converts citizen suggestions into transparent, explainable, budget-aware development recommendations.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6AF1787-5ABA-6350-184E-BFBFCC905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958110"/>
              </p:ext>
            </p:extLst>
          </p:nvPr>
        </p:nvGraphicFramePr>
        <p:xfrm>
          <a:off x="4375163" y="1179513"/>
          <a:ext cx="7566901" cy="4910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3FB108B-023F-EEDC-257B-C58F5A818CD9}"/>
              </a:ext>
            </a:extLst>
          </p:cNvPr>
          <p:cNvSpPr txBox="1"/>
          <p:nvPr/>
        </p:nvSpPr>
        <p:spPr>
          <a:xfrm>
            <a:off x="5396357" y="6089904"/>
            <a:ext cx="5660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citizen voices to evidence-based public investment.</a:t>
            </a:r>
          </a:p>
        </p:txBody>
      </p:sp>
    </p:spTree>
    <p:extLst>
      <p:ext uri="{BB962C8B-B14F-4D97-AF65-F5344CB8AC3E}">
        <p14:creationId xmlns:p14="http://schemas.microsoft.com/office/powerpoint/2010/main" val="97237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23FD-CC88-2611-A728-5C50134E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145159-6D7E-EA58-F593-F1D433B3C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198641"/>
              </p:ext>
            </p:extLst>
          </p:nvPr>
        </p:nvGraphicFramePr>
        <p:xfrm>
          <a:off x="581025" y="2341563"/>
          <a:ext cx="1102995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6ABAA6-8393-EADF-2FC8-2A1736442ACE}"/>
              </a:ext>
            </a:extLst>
          </p:cNvPr>
          <p:cNvSpPr txBox="1"/>
          <p:nvPr/>
        </p:nvSpPr>
        <p:spPr>
          <a:xfrm>
            <a:off x="1421892" y="6220813"/>
            <a:ext cx="9348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 Next.js | Supabase PostgreSQL | Gemini AI | Leaflet | Recharts |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93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63D2-5248-29E3-3FA1-E782CEDD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Intelligence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DAF19-804E-F70B-BE71-8CF8C044DC26}"/>
              </a:ext>
            </a:extLst>
          </p:cNvPr>
          <p:cNvSpPr txBox="1"/>
          <p:nvPr/>
        </p:nvSpPr>
        <p:spPr>
          <a:xfrm>
            <a:off x="704088" y="2057400"/>
            <a:ext cx="3621024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3C2F9-944D-EC0F-CE61-6CA5D04F8C00}"/>
              </a:ext>
            </a:extLst>
          </p:cNvPr>
          <p:cNvSpPr txBox="1"/>
          <p:nvPr/>
        </p:nvSpPr>
        <p:spPr>
          <a:xfrm>
            <a:off x="7141464" y="2057400"/>
            <a:ext cx="345643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Intelligence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B98F57-8555-5D54-C5F5-2723BB553224}"/>
              </a:ext>
            </a:extLst>
          </p:cNvPr>
          <p:cNvSpPr txBox="1"/>
          <p:nvPr/>
        </p:nvSpPr>
        <p:spPr>
          <a:xfrm>
            <a:off x="7141464" y="4297680"/>
            <a:ext cx="345643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FCAC8E-766F-2670-22F9-8ABA6BB31BED}"/>
              </a:ext>
            </a:extLst>
          </p:cNvPr>
          <p:cNvSpPr txBox="1"/>
          <p:nvPr/>
        </p:nvSpPr>
        <p:spPr>
          <a:xfrm>
            <a:off x="704088" y="4297680"/>
            <a:ext cx="3621024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Ranking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Allocation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D13B3896-E3E1-0236-3356-770DD2D25F23}"/>
              </a:ext>
            </a:extLst>
          </p:cNvPr>
          <p:cNvSpPr/>
          <p:nvPr/>
        </p:nvSpPr>
        <p:spPr>
          <a:xfrm>
            <a:off x="8622792" y="3602736"/>
            <a:ext cx="557784" cy="62179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C46A6E2-C315-2068-5623-AA8EEDF0172F}"/>
              </a:ext>
            </a:extLst>
          </p:cNvPr>
          <p:cNvSpPr/>
          <p:nvPr/>
        </p:nvSpPr>
        <p:spPr>
          <a:xfrm rot="16200000">
            <a:off x="5371338" y="2180368"/>
            <a:ext cx="723900" cy="123139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9D18802-61C9-DF8F-08CF-B105D5AE656E}"/>
              </a:ext>
            </a:extLst>
          </p:cNvPr>
          <p:cNvSpPr/>
          <p:nvPr/>
        </p:nvSpPr>
        <p:spPr>
          <a:xfrm rot="5400000">
            <a:off x="5371338" y="4420648"/>
            <a:ext cx="723900" cy="123139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FD37A9-7AA0-F6D2-A22D-F473FC30C3C0}"/>
              </a:ext>
            </a:extLst>
          </p:cNvPr>
          <p:cNvSpPr txBox="1"/>
          <p:nvPr/>
        </p:nvSpPr>
        <p:spPr>
          <a:xfrm>
            <a:off x="466344" y="6005839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recommendation is supported by citizen demand and public evidence.</a:t>
            </a:r>
          </a:p>
        </p:txBody>
      </p:sp>
    </p:spTree>
    <p:extLst>
      <p:ext uri="{BB962C8B-B14F-4D97-AF65-F5344CB8AC3E}">
        <p14:creationId xmlns:p14="http://schemas.microsoft.com/office/powerpoint/2010/main" val="312617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82F0-7CEE-175C-4FC6-9A74C3D3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Priority Scoring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93BF4D-AF27-1502-A056-1D0AF3404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37523"/>
              </p:ext>
            </p:extLst>
          </p:nvPr>
        </p:nvGraphicFramePr>
        <p:xfrm>
          <a:off x="1501648" y="2246714"/>
          <a:ext cx="47985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7512">
                  <a:extLst>
                    <a:ext uri="{9D8B030D-6E8A-4147-A177-3AD203B41FA5}">
                      <a16:colId xmlns:a16="http://schemas.microsoft.com/office/drawing/2014/main" val="3848843285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199311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51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Demand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43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Population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80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Infrastructure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751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Equity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4281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Urgency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527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47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Strategic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73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Trust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8811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BB6B768-3833-71D4-0D50-320BD2BC56E0}"/>
              </a:ext>
            </a:extLst>
          </p:cNvPr>
          <p:cNvSpPr txBox="1"/>
          <p:nvPr/>
        </p:nvSpPr>
        <p:spPr>
          <a:xfrm>
            <a:off x="713232" y="6044184"/>
            <a:ext cx="699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Score = Weighted combination of eight transparent indicators</a:t>
            </a:r>
          </a:p>
        </p:txBody>
      </p:sp>
    </p:spTree>
    <p:extLst>
      <p:ext uri="{BB962C8B-B14F-4D97-AF65-F5344CB8AC3E}">
        <p14:creationId xmlns:p14="http://schemas.microsoft.com/office/powerpoint/2010/main" val="88428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17DD-5FF5-87FC-A995-C31C308C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950706"/>
            <a:ext cx="5216104" cy="60055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Budget Optimizer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9A5D14-6817-25A4-D9FC-644EF8232B26}"/>
              </a:ext>
            </a:extLst>
          </p:cNvPr>
          <p:cNvGrpSpPr/>
          <p:nvPr/>
        </p:nvGrpSpPr>
        <p:grpSpPr>
          <a:xfrm>
            <a:off x="581193" y="2273639"/>
            <a:ext cx="5063665" cy="1651939"/>
            <a:chOff x="3734787" y="1693348"/>
            <a:chExt cx="5063665" cy="165193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9557429-37B3-70EF-FB74-90FB8741A5A2}"/>
                </a:ext>
              </a:extLst>
            </p:cNvPr>
            <p:cNvSpPr/>
            <p:nvPr/>
          </p:nvSpPr>
          <p:spPr>
            <a:xfrm>
              <a:off x="7146819" y="1693348"/>
              <a:ext cx="1651633" cy="165193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D80F200-D87D-B210-9795-E62A86ACB887}"/>
                </a:ext>
              </a:extLst>
            </p:cNvPr>
            <p:cNvSpPr/>
            <p:nvPr/>
          </p:nvSpPr>
          <p:spPr>
            <a:xfrm>
              <a:off x="7201659" y="1748422"/>
              <a:ext cx="1541955" cy="1541790"/>
            </a:xfrm>
            <a:custGeom>
              <a:avLst/>
              <a:gdLst>
                <a:gd name="csX0" fmla="*/ 0 w 1541955"/>
                <a:gd name="csY0" fmla="*/ 770895 h 1541790"/>
                <a:gd name="csX1" fmla="*/ 770978 w 1541955"/>
                <a:gd name="csY1" fmla="*/ 0 h 1541790"/>
                <a:gd name="csX2" fmla="*/ 1541956 w 1541955"/>
                <a:gd name="csY2" fmla="*/ 770895 h 1541790"/>
                <a:gd name="csX3" fmla="*/ 770978 w 1541955"/>
                <a:gd name="csY3" fmla="*/ 1541790 h 1541790"/>
                <a:gd name="csX4" fmla="*/ 0 w 1541955"/>
                <a:gd name="csY4" fmla="*/ 770895 h 1541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1955" h="1541790">
                  <a:moveTo>
                    <a:pt x="0" y="770895"/>
                  </a:moveTo>
                  <a:cubicBezTo>
                    <a:pt x="0" y="345141"/>
                    <a:pt x="345179" y="0"/>
                    <a:pt x="770978" y="0"/>
                  </a:cubicBezTo>
                  <a:cubicBezTo>
                    <a:pt x="1196777" y="0"/>
                    <a:pt x="1541956" y="345141"/>
                    <a:pt x="1541956" y="770895"/>
                  </a:cubicBezTo>
                  <a:cubicBezTo>
                    <a:pt x="1541956" y="1196649"/>
                    <a:pt x="1196777" y="1541790"/>
                    <a:pt x="770978" y="1541790"/>
                  </a:cubicBezTo>
                  <a:cubicBezTo>
                    <a:pt x="345179" y="1541790"/>
                    <a:pt x="0" y="1196649"/>
                    <a:pt x="0" y="770895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6943" tIns="236807" rIns="236943" bIns="236807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3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Recommended Projects</a:t>
              </a:r>
              <a:endParaRPr lang="en-IN" sz="13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ardrop 7">
              <a:extLst>
                <a:ext uri="{FF2B5EF4-FFF2-40B4-BE49-F238E27FC236}">
                  <a16:creationId xmlns:a16="http://schemas.microsoft.com/office/drawing/2014/main" id="{1CC05680-91A2-5B51-5E21-3B46E28C9769}"/>
                </a:ext>
              </a:extLst>
            </p:cNvPr>
            <p:cNvSpPr/>
            <p:nvPr/>
          </p:nvSpPr>
          <p:spPr>
            <a:xfrm rot="2700000">
              <a:off x="5441797" y="1695345"/>
              <a:ext cx="1647655" cy="1647655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7FB3F9C-C7A0-3483-BBC0-1963D68DAA4D}"/>
                </a:ext>
              </a:extLst>
            </p:cNvPr>
            <p:cNvSpPr/>
            <p:nvPr/>
          </p:nvSpPr>
          <p:spPr>
            <a:xfrm>
              <a:off x="5494648" y="1748422"/>
              <a:ext cx="1541955" cy="1541790"/>
            </a:xfrm>
            <a:custGeom>
              <a:avLst/>
              <a:gdLst>
                <a:gd name="csX0" fmla="*/ 0 w 1541955"/>
                <a:gd name="csY0" fmla="*/ 770895 h 1541790"/>
                <a:gd name="csX1" fmla="*/ 770978 w 1541955"/>
                <a:gd name="csY1" fmla="*/ 0 h 1541790"/>
                <a:gd name="csX2" fmla="*/ 1541956 w 1541955"/>
                <a:gd name="csY2" fmla="*/ 770895 h 1541790"/>
                <a:gd name="csX3" fmla="*/ 770978 w 1541955"/>
                <a:gd name="csY3" fmla="*/ 1541790 h 1541790"/>
                <a:gd name="csX4" fmla="*/ 0 w 1541955"/>
                <a:gd name="csY4" fmla="*/ 770895 h 1541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1955" h="1541790">
                  <a:moveTo>
                    <a:pt x="0" y="770895"/>
                  </a:moveTo>
                  <a:cubicBezTo>
                    <a:pt x="0" y="345141"/>
                    <a:pt x="345179" y="0"/>
                    <a:pt x="770978" y="0"/>
                  </a:cubicBezTo>
                  <a:cubicBezTo>
                    <a:pt x="1196777" y="0"/>
                    <a:pt x="1541956" y="345141"/>
                    <a:pt x="1541956" y="770895"/>
                  </a:cubicBezTo>
                  <a:cubicBezTo>
                    <a:pt x="1541956" y="1196649"/>
                    <a:pt x="1196777" y="1541790"/>
                    <a:pt x="770978" y="1541790"/>
                  </a:cubicBezTo>
                  <a:cubicBezTo>
                    <a:pt x="345179" y="1541790"/>
                    <a:pt x="0" y="1196649"/>
                    <a:pt x="0" y="770895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6943" tIns="236807" rIns="236943" bIns="236807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3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Portfolio Optimization</a:t>
              </a:r>
            </a:p>
          </p:txBody>
        </p:sp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1E5C35F0-4002-C22E-7AE1-89B8429F1DFE}"/>
                </a:ext>
              </a:extLst>
            </p:cNvPr>
            <p:cNvSpPr/>
            <p:nvPr/>
          </p:nvSpPr>
          <p:spPr>
            <a:xfrm rot="2700000">
              <a:off x="3734787" y="1695345"/>
              <a:ext cx="1647655" cy="1647655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5DF8880-3585-1105-5966-FE7FBF92381B}"/>
                </a:ext>
              </a:extLst>
            </p:cNvPr>
            <p:cNvSpPr/>
            <p:nvPr/>
          </p:nvSpPr>
          <p:spPr>
            <a:xfrm>
              <a:off x="3787637" y="1748422"/>
              <a:ext cx="1541955" cy="1541790"/>
            </a:xfrm>
            <a:custGeom>
              <a:avLst/>
              <a:gdLst>
                <a:gd name="csX0" fmla="*/ 0 w 1541955"/>
                <a:gd name="csY0" fmla="*/ 770895 h 1541790"/>
                <a:gd name="csX1" fmla="*/ 770978 w 1541955"/>
                <a:gd name="csY1" fmla="*/ 0 h 1541790"/>
                <a:gd name="csX2" fmla="*/ 1541956 w 1541955"/>
                <a:gd name="csY2" fmla="*/ 770895 h 1541790"/>
                <a:gd name="csX3" fmla="*/ 770978 w 1541955"/>
                <a:gd name="csY3" fmla="*/ 1541790 h 1541790"/>
                <a:gd name="csX4" fmla="*/ 0 w 1541955"/>
                <a:gd name="csY4" fmla="*/ 770895 h 1541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41955" h="1541790">
                  <a:moveTo>
                    <a:pt x="0" y="770895"/>
                  </a:moveTo>
                  <a:cubicBezTo>
                    <a:pt x="0" y="345141"/>
                    <a:pt x="345179" y="0"/>
                    <a:pt x="770978" y="0"/>
                  </a:cubicBezTo>
                  <a:cubicBezTo>
                    <a:pt x="1196777" y="0"/>
                    <a:pt x="1541956" y="345141"/>
                    <a:pt x="1541956" y="770895"/>
                  </a:cubicBezTo>
                  <a:cubicBezTo>
                    <a:pt x="1541956" y="1196649"/>
                    <a:pt x="1196777" y="1541790"/>
                    <a:pt x="770978" y="1541790"/>
                  </a:cubicBezTo>
                  <a:cubicBezTo>
                    <a:pt x="345179" y="1541790"/>
                    <a:pt x="0" y="1196649"/>
                    <a:pt x="0" y="770895"/>
                  </a:cubicBez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36943" tIns="236807" rIns="236943" bIns="236807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3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Available Budget</a:t>
              </a:r>
            </a:p>
          </p:txBody>
        </p:sp>
      </p:grp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8E1F7EF-627A-E83D-15B7-CD998A833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6584624"/>
              </p:ext>
            </p:extLst>
          </p:nvPr>
        </p:nvGraphicFramePr>
        <p:xfrm>
          <a:off x="6096001" y="658368"/>
          <a:ext cx="5679862" cy="4370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99BEE3B-46A6-FE85-063D-34EA477FA2EE}"/>
              </a:ext>
            </a:extLst>
          </p:cNvPr>
          <p:cNvSpPr txBox="1"/>
          <p:nvPr/>
        </p:nvSpPr>
        <p:spPr>
          <a:xfrm>
            <a:off x="1609344" y="5537962"/>
            <a:ext cx="9729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Dynamic Programming (0/1 Knapsack) to maximize public impact under budget constraints.</a:t>
            </a:r>
          </a:p>
        </p:txBody>
      </p:sp>
    </p:spTree>
    <p:extLst>
      <p:ext uri="{BB962C8B-B14F-4D97-AF65-F5344CB8AC3E}">
        <p14:creationId xmlns:p14="http://schemas.microsoft.com/office/powerpoint/2010/main" val="232260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5314-17DC-A297-21F1-AC387B4D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337" y="729658"/>
            <a:ext cx="11029616" cy="9883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Citizen-to-Government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FEC69-87D8-BE72-2413-923B7F106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335" y="2250891"/>
            <a:ext cx="5194769" cy="5577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Working Demo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5C256-E525-08BF-327C-D087D04891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0335" y="2724884"/>
            <a:ext cx="4841201" cy="393940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017283-DCCF-46D7-F108-D90CC178D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5183" y="2250892"/>
            <a:ext cx="5194770" cy="55337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 Working Demo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BEDF097-F320-33A4-73E6-362CBE3B3E4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43198" y="2722967"/>
            <a:ext cx="5245226" cy="393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6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1A14-FAFF-5C1A-9783-D3830833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11B1-6A63-DC36-2E63-18F78FA6C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681" y="1783079"/>
            <a:ext cx="5194767" cy="4077971"/>
          </a:xfrm>
        </p:spPr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Features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AI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Recommendations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 Queue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Detection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Clustering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Optimization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30DBA-212C-45A9-A976-E5AEE57A7B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Supabase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</a:p>
          <a:p>
            <a:pPr lvl="1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Rate Limiting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XSS Protection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Headers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 Cache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07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0592-5F8C-6ABC-D6E9-09A9D341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DC4DF-A720-3304-2705-4D9F7824168E}"/>
              </a:ext>
            </a:extLst>
          </p:cNvPr>
          <p:cNvSpPr txBox="1"/>
          <p:nvPr/>
        </p:nvSpPr>
        <p:spPr>
          <a:xfrm>
            <a:off x="786384" y="1901952"/>
            <a:ext cx="54406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planning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prioritization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citizen engagement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 planning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WhatsApp Integration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Government APIs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Analytics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Development Planning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State-wide Deployment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CD198-2A1D-8D84-A6F2-2A457DF218A2}"/>
              </a:ext>
            </a:extLst>
          </p:cNvPr>
          <p:cNvSpPr txBox="1"/>
          <p:nvPr/>
        </p:nvSpPr>
        <p:spPr>
          <a:xfrm>
            <a:off x="7680960" y="2086618"/>
            <a:ext cx="2843784" cy="36009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Citizen Voices into Transparent Public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66AE0-B70E-9BE1-242D-FB2C0C519AB3}"/>
              </a:ext>
            </a:extLst>
          </p:cNvPr>
          <p:cNvSpPr txBox="1"/>
          <p:nvPr/>
        </p:nvSpPr>
        <p:spPr>
          <a:xfrm>
            <a:off x="3602736" y="5872270"/>
            <a:ext cx="3867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 Rounded MT Bold" panose="020F0704030504030204" pitchFamily="34" charset="0"/>
              </a:rPr>
              <a:t>Thankyou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80977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{14095F7A-B93B-4909-B87D-A6F2C7BF5693}TF201209c3-d067-44f9-a26f-c8f216c4431347f6cf9d_win32-4021059b889a</Template>
  <TotalTime>143</TotalTime>
  <Words>403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Rounded MT Bold</vt:lpstr>
      <vt:lpstr>Franklin Gothic Book</vt:lpstr>
      <vt:lpstr>Franklin Gothic Demi</vt:lpstr>
      <vt:lpstr>Times New Roman</vt:lpstr>
      <vt:lpstr>Wingdings 2</vt:lpstr>
      <vt:lpstr>DividendVTI</vt:lpstr>
      <vt:lpstr>People's Priorities</vt:lpstr>
      <vt:lpstr>The Governance Planning Gap</vt:lpstr>
      <vt:lpstr>People's Priorities</vt:lpstr>
      <vt:lpstr>System Architecture</vt:lpstr>
      <vt:lpstr>AI Intelligence Pipeline</vt:lpstr>
      <vt:lpstr>Explainable Priority Scoring</vt:lpstr>
      <vt:lpstr>AI Budget Optimizer</vt:lpstr>
      <vt:lpstr>Citizen-to-Government Workflow</vt:lpstr>
      <vt:lpstr>Key Innovations</vt:lpstr>
      <vt:lpstr>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HNikhil Dabhade</dc:creator>
  <cp:lastModifiedBy>HNikhil Dabhade</cp:lastModifiedBy>
  <cp:revision>5</cp:revision>
  <dcterms:created xsi:type="dcterms:W3CDTF">2026-07-08T12:49:09Z</dcterms:created>
  <dcterms:modified xsi:type="dcterms:W3CDTF">2026-07-08T15:12:44Z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